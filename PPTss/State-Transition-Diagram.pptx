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3" r:id="rId18"/>
    <p:sldId id="274" r:id="rId19"/>
    <p:sldId id="275" r:id="rId20"/>
    <p:sldId id="276" r:id="rId21"/>
    <p:sldId id="284" r:id="rId22"/>
    <p:sldId id="282" r:id="rId23"/>
    <p:sldId id="277" r:id="rId24"/>
    <p:sldId id="278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3B1E7-825B-9399-485F-AA1010C03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C9535-E7D2-74EA-17A8-D92A5A411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529D6-D7DB-D677-1BCA-BBB159CD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A7FF9-FB32-ACFD-3271-940E258AB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7C130-A8D2-ACA3-4109-6D6A2A56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15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0904-D4B1-1C58-FBFB-80DA3FE54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4A144-2769-B9C0-591F-401AAB76C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F29F1-7484-EF6B-CAE6-35D6CD88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632B0-229E-3FD2-E418-56A29E2D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6B893-6084-B913-34E6-2987CF1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1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A5C9-01AD-45C6-CA77-6241F318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D717B-9555-9174-BCFE-C71C29BD2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5A746-EF3C-F0BB-06C0-91ACC493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D22B6-92CE-3752-9D18-21B255B8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17F3E-253C-ED58-8CB0-BE2F99C0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81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D4C7-55E7-315A-98D1-15C638E4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A67B8-9BCF-144B-546D-0CAF81A01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30C8A-3945-BF67-8C73-20A7D6C44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E880E-C2E7-0390-8EE2-2EB0782A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82619-FBAA-B7F3-2C00-E27BE40D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56FCE-8A65-CF01-589F-66029973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30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4EBE3-6508-2B85-0C84-570EAF79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5C3C0-AF49-2D0B-E5CA-0AF4D4E55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523D6-18BF-6784-D63B-153E15555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BEDFDF-CBF7-4832-87F3-FE8C1CD93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CB2F5-6B7A-D1CC-445D-F9B5EF7970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C887D-6AFB-0B99-3389-06F1B808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D71FFB-8A2D-E866-0B99-C70593B7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AEA2D-379C-395D-FFE7-61C399B37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289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C0B6-0FA2-D7E4-7974-19115813E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07B87-8E64-ACC8-F5EA-E6197D05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EE98E-6B61-9EBD-304C-961D0474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F3BE5-C0AC-C285-4901-BBAC8D40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76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78BBC-1E12-6328-7975-2F831180F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2FFD2-A62C-1AF1-4611-A408A682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0B5B1-0397-4C4F-BAA5-AB690881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10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DD69-24E8-DFCF-2264-DF522614B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9C743-3F34-DEAE-E997-A11A131AE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8AB66-011A-256A-FFE5-F5EDEF65A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72B70-8DC2-6465-6795-FDC4071E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23E3F-41A0-3BE4-21C0-A606D215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634F-04AA-50F0-C4E6-5D72C303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35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BA88-DDAE-0E6F-17E4-4EE8D9388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8299E-C6C9-59D5-D4E2-180C178E2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940E8-26A6-2D50-680C-B67A39CC7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BD7E9-2CC7-E0D8-F8E5-095B35117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DBEF5-E8A0-A94F-4999-1BDA33136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C95EF-67C6-86AB-47D2-0BD7CB126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26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E5BF1-60F1-278C-7BB8-1355DECD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02F4A-0BA3-243B-A029-70050497C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B5DBE-1D15-E026-1E07-C436C9A1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03AB-B0DE-B074-8267-5166E31E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36893-F02F-72A1-F9EE-B2620E20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97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0E7114-CAB8-2C95-4DC6-18BCFF04D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3570E-9213-F0AC-2AFF-08EF35A13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A2000-318E-D138-4B0F-F1BCD10C3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C0C-3863-F488-7D63-D351346F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D4AE4-E6BE-09BE-75B9-7082F74C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987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41BC03-1B86-9ED9-B699-935C0AD8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10379-B572-8140-2002-4A156A037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02D8E-BF1D-8772-5099-37D027B03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971B2-2491-44D5-9306-DF37D8A9B9F6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E5D5C-23B0-B452-4703-30CCD7ADF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405A-5613-4F07-7FB0-0592D2045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5CEAE-2364-4ABC-BF96-CC238C4E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885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92D3D78-89E5-EDA1-6125-5EC3B93D6F89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</p:spTree>
    <p:extLst>
      <p:ext uri="{BB962C8B-B14F-4D97-AF65-F5344CB8AC3E}">
        <p14:creationId xmlns:p14="http://schemas.microsoft.com/office/powerpoint/2010/main" val="2676182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92D3D78-89E5-EDA1-6125-5EC3B93D6F89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870BCF7-8750-841F-D404-2084C8DF6BBA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C730B05-1CBF-0E19-821A-070104DF9DC5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416139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4FB3E3-A761-8A59-340B-D52FDB5F343E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C07809-7651-0CED-DAB8-173D8ACE87EE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12B2EA-9AA2-CB50-3617-9AB38DDBCA9D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6C1FE44-78C7-16FD-ABDE-8FF1CE5111BB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57922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282B97-F58B-8586-59BF-D5DADA23DA09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830415-B087-1853-B948-B7C5D00BD6D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20BD9F-9F6D-6A50-B625-30363E6975E1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995F455-1082-BA89-C27B-DD2A317938EC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FC5D658-0A13-12D5-A6D1-8695EF68D775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BAA229-FC39-5848-DD39-331055AA2709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202028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50E19B3-99CC-B84A-48FA-A24DA491367D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F26D89-D30A-2ABF-86C4-A2BAAA866EB4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6099C3-B164-D146-8946-1BFB2CF59E38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6F5F52-E506-47E9-0A56-1D16CF1F47D9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B08DA06-1FCF-BDC6-20DB-4D7395C065BC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17730B-A900-70F4-FDA3-E4DBD13AD1BB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86BE15-3C6F-F2CA-EA62-EA656211A862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368640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1BDA27-D78C-C956-F5EC-19695EB561DB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734C24-54BB-C44B-2F94-545E570646B4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926C5E-DF0C-92AE-D2E0-59728586BB91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4D0093-F259-5891-7854-668D7BB5EE1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ED20A0-4E56-6B86-0688-E05C1455263C}"/>
              </a:ext>
            </a:extLst>
          </p:cNvPr>
          <p:cNvSpPr txBox="1"/>
          <p:nvPr/>
        </p:nvSpPr>
        <p:spPr>
          <a:xfrm>
            <a:off x="1654408" y="4808445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57F83EA-D171-E8FD-9FF7-2E7807D1BE69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271D20-C4F9-0630-2D19-83B003AFA645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54AA80-609A-E07D-36E4-582A1B8E46E9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75514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D782AAA-A271-1C85-B613-D65127ADC40D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BDBDD7-666D-F837-E4BD-808B38C4F574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C5A635-FAD6-6326-A2D5-797165E2602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E0C8B7-871C-0CAB-FC6D-85B67481E5B0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CE9A33-B266-EB1A-F022-172E4F1630E8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9D2C49-1F33-3856-A2CE-9BC90A604CED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D7E280D-3620-67BD-4438-BA8E32CE4435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D8CD01E-CD76-FC1B-11F4-A43348A753A7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E53AB3-4EF8-DCB7-44FA-9551F5DA1DBE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241606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A29F9A-6694-82BA-7703-1CF92DCCD82D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ED1FDF-578B-C18B-B07A-ABCD0D634E46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CEE138-582D-E489-4952-8CF1F0B2591C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243F79-F734-BDAC-0E78-EFE94D2CE28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1BA19E-C471-6886-8ADB-0D825E442119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A461C2-EC64-015D-36E6-657EF780D6B0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FEB21C-687F-856E-7044-D72C70D8E796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52B5DB4-A664-88E9-2E2E-302E5FEF8795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D5593EE-4273-E4F9-C4F4-8017F83863CB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F0775-D8C5-1306-8065-BA24D5461559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373741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95E6869-5524-0F51-8CE4-B256DF375079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9557AC-06F2-AB07-355D-E71CC37501CA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B94F56-0543-B97B-A433-2CC207BEE2D3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45BA35-10D3-6AEC-FED1-2559B4F2D291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E7DB78-6F14-3844-4B72-17C8A7F2B73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4F23A5-ADE5-CCC3-2145-4056EDC975ED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1305B0-73CC-41B7-59E3-85242638F4F2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B16F75F-017F-A74F-F11B-1E7F4DCC6E72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990386-209F-024C-7E49-4F303A874921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DD6232-ECEA-B19D-621E-7F386B044276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8374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491AB5E-7D41-72B3-E68A-6F37266C225D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0A1714-88FC-EDA6-4C59-695816545D5C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938C1B-CC16-129B-AC8A-77D8751DA279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DD2797-16A2-EDAC-574D-66E3A4435584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AB88BF-8286-54D8-CBF7-151661C4E15D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124364-C353-9929-52A3-FA02FBFF3B8D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55ABEB-C8F0-A7F9-018F-43EAF3DAAA25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089CF2-C9AE-6E1B-BD6E-30C72E9EB9C2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3E3EE53-682F-09EB-C4D5-58068FB2B16A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3D41A54-A605-1851-9A6B-3554FAF0AAB5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9F3554-2054-8953-1D16-19DDEE7BEE1A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322248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A6DB704-7255-F3E6-1EBA-E23E0EC46453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477EC1-87A6-2F3A-16C3-F692061BF8C6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ECBC80-98A6-64F3-5A70-828C32187A43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D420AD-2606-4BDE-3DD9-B4C25324E94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32C750-B728-5DDE-1788-6EC4687EB6D7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1D98BF-9021-1A50-0AEA-F752F33BC0F7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AFF8CB-7469-9809-A791-77A38248851C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EBAB-D125-083D-4A81-F5DE612800CC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7BC2C6-5344-E304-35DF-A3C6EA3B71B0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4135BED-9F94-DB13-536E-DA0E821342AA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ADBAF7B-9D00-1FCA-9DBD-E8394A4EA2FD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9DC24D-998D-C04C-04FF-B5D0344367B8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239839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FF4584F-6267-A898-9BBA-E6F8232732D2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05D09-E993-442F-174A-2CEE916B9274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43E8D2-A4B8-2812-9492-EE939335AE29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307C55-1B19-B44E-CFAC-EE9BEB7FBD64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4485B4-CBDA-540F-227B-3F3C21018149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D5942B-69D0-290A-4EB7-1769C94068C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F0F1CB-6E00-5D6F-4C74-9A410EE16382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645025-5478-F120-06F2-F78B4F263266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F57BEA-873B-6A28-5B0C-E5DE9C57D468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E3C92E-AB12-228A-CC03-0FF1E5621614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8A24DD4-7C43-BF89-6FD5-F6417DA60F05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0C9E101-F647-3A0B-0DFC-A6F643D97985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B1B8DD-5D39-7B67-AADD-E01CBBCABE20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370992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4C8CE45-0FB4-68FE-411F-2AC6C88A74F7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915E31-06CE-CDE2-2FDC-3077565FFD47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588EB8-3D83-0259-D46D-F05ACD145BA1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12EC80-E1C9-B17D-1B70-63F1FFC01510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42C3D1-C785-86C0-D778-677A761EDEB9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61F33F-42B3-EE92-17FE-F6B1115B412E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CD5A88-5457-68A8-F351-4E456A3F6F0D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84861D-485A-2D62-5FF7-BBC8A5F10A6A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116AF0-8CC8-A230-2306-CC5D3C7AA630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2023C2-CBA6-393A-5376-E0EB7A9D2AC9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34626A-D8A7-9B20-1A50-175E538CCB4B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D6C94AA-FF01-10D5-3E4A-605B052C5419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7F01E31-8CF1-0B67-0BBE-5D3327D542B9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B255D5-DDEB-0BE4-7225-FDE21EACF441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180120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0993D4C-4DE5-91D5-2EA3-91593BD0F48E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68AC8E6-576B-ACB5-6D48-8D136798ECE3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D48638-4B44-CE29-B748-D6437A13440E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1678037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1A54625-8C30-3327-428D-DA8E01051D32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83FFED7-07E8-1D20-27CF-376D3D3C5FAE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00D0A1-1473-E717-06F8-9D9883E56AE4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252312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9B81AC-E2EF-58B4-E050-EBE480D4BF70}"/>
              </a:ext>
            </a:extLst>
          </p:cNvPr>
          <p:cNvCxnSpPr>
            <a:stCxn id="5" idx="3"/>
          </p:cNvCxnSpPr>
          <p:nvPr/>
        </p:nvCxnSpPr>
        <p:spPr>
          <a:xfrm>
            <a:off x="9720553" y="2044667"/>
            <a:ext cx="1018982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CA697-1312-9A9A-6F71-F57E4D1F4699}"/>
              </a:ext>
            </a:extLst>
          </p:cNvPr>
          <p:cNvSpPr txBox="1"/>
          <p:nvPr/>
        </p:nvSpPr>
        <p:spPr>
          <a:xfrm>
            <a:off x="9724099" y="2053366"/>
            <a:ext cx="824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 or </a:t>
            </a:r>
          </a:p>
          <a:p>
            <a:pPr algn="ctr"/>
            <a:r>
              <a:rPr lang="en-IN" sz="1400" dirty="0"/>
              <a:t>time-out</a:t>
            </a:r>
          </a:p>
          <a:p>
            <a:pPr algn="ctr"/>
            <a:r>
              <a:rPr lang="en-IN" sz="1400" dirty="0"/>
              <a:t>Or</a:t>
            </a:r>
          </a:p>
          <a:p>
            <a:pPr algn="ctr"/>
            <a:r>
              <a:rPr lang="en-IN" sz="1400" dirty="0"/>
              <a:t>RST / -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E4DF79B-F060-800B-BA31-CFE38C648A88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E1FC551-A5E3-D8EA-3FD8-38D7F4DD447B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B82734-430A-1522-8288-CDAFD1F2B168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385243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9B81AC-E2EF-58B4-E050-EBE480D4BF70}"/>
              </a:ext>
            </a:extLst>
          </p:cNvPr>
          <p:cNvCxnSpPr>
            <a:stCxn id="5" idx="3"/>
          </p:cNvCxnSpPr>
          <p:nvPr/>
        </p:nvCxnSpPr>
        <p:spPr>
          <a:xfrm>
            <a:off x="9720553" y="2044667"/>
            <a:ext cx="1018982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CA697-1312-9A9A-6F71-F57E4D1F4699}"/>
              </a:ext>
            </a:extLst>
          </p:cNvPr>
          <p:cNvSpPr txBox="1"/>
          <p:nvPr/>
        </p:nvSpPr>
        <p:spPr>
          <a:xfrm>
            <a:off x="9724099" y="2053366"/>
            <a:ext cx="824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 or </a:t>
            </a:r>
          </a:p>
          <a:p>
            <a:pPr algn="ctr"/>
            <a:r>
              <a:rPr lang="en-IN" sz="1400" dirty="0"/>
              <a:t>time-out</a:t>
            </a:r>
          </a:p>
          <a:p>
            <a:pPr algn="ctr"/>
            <a:r>
              <a:rPr lang="en-IN" sz="1400" dirty="0"/>
              <a:t>Or</a:t>
            </a:r>
          </a:p>
          <a:p>
            <a:pPr algn="ctr"/>
            <a:r>
              <a:rPr lang="en-IN" sz="1400" dirty="0"/>
              <a:t>RST / -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9CD341C-DECF-2D85-C123-050B086E7AB7}"/>
              </a:ext>
            </a:extLst>
          </p:cNvPr>
          <p:cNvCxnSpPr/>
          <p:nvPr/>
        </p:nvCxnSpPr>
        <p:spPr>
          <a:xfrm rot="10800000">
            <a:off x="6433067" y="955124"/>
            <a:ext cx="2204040" cy="837518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B0104E-5F4C-298D-BFB7-1DDDD57373EC}"/>
              </a:ext>
            </a:extLst>
          </p:cNvPr>
          <p:cNvSpPr txBox="1"/>
          <p:nvPr/>
        </p:nvSpPr>
        <p:spPr>
          <a:xfrm>
            <a:off x="6746943" y="1011690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 -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FE0C80A-283A-0F20-3801-EA95A10DE5EB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F1CF073-7AD2-D038-AE73-54B32C9EAB14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3D8A6F-6FDD-1F13-3A33-EA7E0BB31BD4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14156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9B81AC-E2EF-58B4-E050-EBE480D4BF70}"/>
              </a:ext>
            </a:extLst>
          </p:cNvPr>
          <p:cNvCxnSpPr>
            <a:stCxn id="5" idx="3"/>
          </p:cNvCxnSpPr>
          <p:nvPr/>
        </p:nvCxnSpPr>
        <p:spPr>
          <a:xfrm>
            <a:off x="9720553" y="2044667"/>
            <a:ext cx="1018982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CA697-1312-9A9A-6F71-F57E4D1F4699}"/>
              </a:ext>
            </a:extLst>
          </p:cNvPr>
          <p:cNvSpPr txBox="1"/>
          <p:nvPr/>
        </p:nvSpPr>
        <p:spPr>
          <a:xfrm>
            <a:off x="9724099" y="2053366"/>
            <a:ext cx="824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 or </a:t>
            </a:r>
          </a:p>
          <a:p>
            <a:pPr algn="ctr"/>
            <a:r>
              <a:rPr lang="en-IN" sz="1400" dirty="0"/>
              <a:t>time-out</a:t>
            </a:r>
          </a:p>
          <a:p>
            <a:pPr algn="ctr"/>
            <a:r>
              <a:rPr lang="en-IN" sz="1400" dirty="0"/>
              <a:t>Or</a:t>
            </a:r>
          </a:p>
          <a:p>
            <a:pPr algn="ctr"/>
            <a:r>
              <a:rPr lang="en-IN" sz="1400" dirty="0"/>
              <a:t>RST / -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9CD341C-DECF-2D85-C123-050B086E7AB7}"/>
              </a:ext>
            </a:extLst>
          </p:cNvPr>
          <p:cNvCxnSpPr/>
          <p:nvPr/>
        </p:nvCxnSpPr>
        <p:spPr>
          <a:xfrm rot="10800000">
            <a:off x="6433067" y="955124"/>
            <a:ext cx="2204040" cy="837518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B0104E-5F4C-298D-BFB7-1DDDD57373EC}"/>
              </a:ext>
            </a:extLst>
          </p:cNvPr>
          <p:cNvSpPr txBox="1"/>
          <p:nvPr/>
        </p:nvSpPr>
        <p:spPr>
          <a:xfrm>
            <a:off x="6746943" y="1011690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 -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5E1232-B086-1DDD-C1C7-C322A1277A25}"/>
              </a:ext>
            </a:extLst>
          </p:cNvPr>
          <p:cNvCxnSpPr/>
          <p:nvPr/>
        </p:nvCxnSpPr>
        <p:spPr>
          <a:xfrm flipV="1">
            <a:off x="6096000" y="950126"/>
            <a:ext cx="0" cy="394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309F204-AC68-5853-71E3-D19B6977CAA5}"/>
              </a:ext>
            </a:extLst>
          </p:cNvPr>
          <p:cNvSpPr txBox="1"/>
          <p:nvPr/>
        </p:nvSpPr>
        <p:spPr>
          <a:xfrm>
            <a:off x="6112411" y="1043152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02A593A-34D1-C708-8EC6-AA21D1FDAE1F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CE713FB-3668-342C-219C-67FF27ACCC1B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7985E0-5284-DE12-3F85-609C29D98647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37243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9B81AC-E2EF-58B4-E050-EBE480D4BF70}"/>
              </a:ext>
            </a:extLst>
          </p:cNvPr>
          <p:cNvCxnSpPr>
            <a:stCxn id="5" idx="3"/>
          </p:cNvCxnSpPr>
          <p:nvPr/>
        </p:nvCxnSpPr>
        <p:spPr>
          <a:xfrm>
            <a:off x="9720553" y="2044667"/>
            <a:ext cx="1018982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CA697-1312-9A9A-6F71-F57E4D1F4699}"/>
              </a:ext>
            </a:extLst>
          </p:cNvPr>
          <p:cNvSpPr txBox="1"/>
          <p:nvPr/>
        </p:nvSpPr>
        <p:spPr>
          <a:xfrm>
            <a:off x="9724099" y="2053366"/>
            <a:ext cx="824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 or </a:t>
            </a:r>
          </a:p>
          <a:p>
            <a:pPr algn="ctr"/>
            <a:r>
              <a:rPr lang="en-IN" sz="1400" dirty="0"/>
              <a:t>time-out</a:t>
            </a:r>
          </a:p>
          <a:p>
            <a:pPr algn="ctr"/>
            <a:r>
              <a:rPr lang="en-IN" sz="1400" dirty="0"/>
              <a:t>Or</a:t>
            </a:r>
          </a:p>
          <a:p>
            <a:pPr algn="ctr"/>
            <a:r>
              <a:rPr lang="en-IN" sz="1400" dirty="0"/>
              <a:t>RST / -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9CD341C-DECF-2D85-C123-050B086E7AB7}"/>
              </a:ext>
            </a:extLst>
          </p:cNvPr>
          <p:cNvCxnSpPr/>
          <p:nvPr/>
        </p:nvCxnSpPr>
        <p:spPr>
          <a:xfrm rot="10800000">
            <a:off x="6433067" y="955124"/>
            <a:ext cx="2204040" cy="837518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B0104E-5F4C-298D-BFB7-1DDDD57373EC}"/>
              </a:ext>
            </a:extLst>
          </p:cNvPr>
          <p:cNvSpPr txBox="1"/>
          <p:nvPr/>
        </p:nvSpPr>
        <p:spPr>
          <a:xfrm>
            <a:off x="6746943" y="1011690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 -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5E1232-B086-1DDD-C1C7-C322A1277A25}"/>
              </a:ext>
            </a:extLst>
          </p:cNvPr>
          <p:cNvCxnSpPr/>
          <p:nvPr/>
        </p:nvCxnSpPr>
        <p:spPr>
          <a:xfrm flipV="1">
            <a:off x="6096000" y="950126"/>
            <a:ext cx="0" cy="394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309F204-AC68-5853-71E3-D19B6977CAA5}"/>
              </a:ext>
            </a:extLst>
          </p:cNvPr>
          <p:cNvSpPr txBox="1"/>
          <p:nvPr/>
        </p:nvSpPr>
        <p:spPr>
          <a:xfrm>
            <a:off x="6112411" y="1043152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8F3FEC7-7221-40A5-4BDD-6A525464314F}"/>
              </a:ext>
            </a:extLst>
          </p:cNvPr>
          <p:cNvCxnSpPr/>
          <p:nvPr/>
        </p:nvCxnSpPr>
        <p:spPr>
          <a:xfrm flipV="1">
            <a:off x="3071140" y="1716833"/>
            <a:ext cx="2046895" cy="214604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8F3C22B-0447-7E9E-6AEE-F451F186E21A}"/>
              </a:ext>
            </a:extLst>
          </p:cNvPr>
          <p:cNvSpPr txBox="1"/>
          <p:nvPr/>
        </p:nvSpPr>
        <p:spPr>
          <a:xfrm>
            <a:off x="4126764" y="1673519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BFB4069-A931-A928-0B55-FD41CCCC01CE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6EF9DFB-3FC6-26FB-4694-0B4ED500C1E6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0C1FA6-83C4-1CA8-3FBB-FCD2334797F8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59780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9B81AC-E2EF-58B4-E050-EBE480D4BF70}"/>
              </a:ext>
            </a:extLst>
          </p:cNvPr>
          <p:cNvCxnSpPr>
            <a:stCxn id="5" idx="3"/>
          </p:cNvCxnSpPr>
          <p:nvPr/>
        </p:nvCxnSpPr>
        <p:spPr>
          <a:xfrm>
            <a:off x="9720553" y="2044667"/>
            <a:ext cx="1018982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CA697-1312-9A9A-6F71-F57E4D1F4699}"/>
              </a:ext>
            </a:extLst>
          </p:cNvPr>
          <p:cNvSpPr txBox="1"/>
          <p:nvPr/>
        </p:nvSpPr>
        <p:spPr>
          <a:xfrm>
            <a:off x="9724099" y="2053366"/>
            <a:ext cx="824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 or </a:t>
            </a:r>
          </a:p>
          <a:p>
            <a:pPr algn="ctr"/>
            <a:r>
              <a:rPr lang="en-IN" sz="1400" dirty="0"/>
              <a:t>time-out</a:t>
            </a:r>
          </a:p>
          <a:p>
            <a:pPr algn="ctr"/>
            <a:r>
              <a:rPr lang="en-IN" sz="1400" dirty="0"/>
              <a:t>Or</a:t>
            </a:r>
          </a:p>
          <a:p>
            <a:pPr algn="ctr"/>
            <a:r>
              <a:rPr lang="en-IN" sz="1400" dirty="0"/>
              <a:t>RST / -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9CD341C-DECF-2D85-C123-050B086E7AB7}"/>
              </a:ext>
            </a:extLst>
          </p:cNvPr>
          <p:cNvCxnSpPr/>
          <p:nvPr/>
        </p:nvCxnSpPr>
        <p:spPr>
          <a:xfrm rot="10800000">
            <a:off x="6433067" y="955124"/>
            <a:ext cx="2204040" cy="837518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B0104E-5F4C-298D-BFB7-1DDDD57373EC}"/>
              </a:ext>
            </a:extLst>
          </p:cNvPr>
          <p:cNvSpPr txBox="1"/>
          <p:nvPr/>
        </p:nvSpPr>
        <p:spPr>
          <a:xfrm>
            <a:off x="6746943" y="1011690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 -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5E1232-B086-1DDD-C1C7-C322A1277A25}"/>
              </a:ext>
            </a:extLst>
          </p:cNvPr>
          <p:cNvCxnSpPr/>
          <p:nvPr/>
        </p:nvCxnSpPr>
        <p:spPr>
          <a:xfrm flipV="1">
            <a:off x="6096000" y="950126"/>
            <a:ext cx="0" cy="394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309F204-AC68-5853-71E3-D19B6977CAA5}"/>
              </a:ext>
            </a:extLst>
          </p:cNvPr>
          <p:cNvSpPr txBox="1"/>
          <p:nvPr/>
        </p:nvSpPr>
        <p:spPr>
          <a:xfrm>
            <a:off x="6112411" y="1043152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8F3FEC7-7221-40A5-4BDD-6A525464314F}"/>
              </a:ext>
            </a:extLst>
          </p:cNvPr>
          <p:cNvCxnSpPr/>
          <p:nvPr/>
        </p:nvCxnSpPr>
        <p:spPr>
          <a:xfrm flipV="1">
            <a:off x="3071140" y="1716833"/>
            <a:ext cx="2046895" cy="214604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8F3C22B-0447-7E9E-6AEE-F451F186E21A}"/>
              </a:ext>
            </a:extLst>
          </p:cNvPr>
          <p:cNvSpPr txBox="1"/>
          <p:nvPr/>
        </p:nvSpPr>
        <p:spPr>
          <a:xfrm>
            <a:off x="4126764" y="1673519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1427ADB-C103-6D9F-A560-136E6AF1A8B5}"/>
              </a:ext>
            </a:extLst>
          </p:cNvPr>
          <p:cNvCxnSpPr>
            <a:stCxn id="7" idx="1"/>
          </p:cNvCxnSpPr>
          <p:nvPr/>
        </p:nvCxnSpPr>
        <p:spPr>
          <a:xfrm flipH="1">
            <a:off x="457200" y="2044667"/>
            <a:ext cx="1252050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0670AA6-7FDC-703F-B4F4-1BAC643E2CDD}"/>
              </a:ext>
            </a:extLst>
          </p:cNvPr>
          <p:cNvSpPr txBox="1"/>
          <p:nvPr/>
        </p:nvSpPr>
        <p:spPr>
          <a:xfrm>
            <a:off x="585536" y="2062065"/>
            <a:ext cx="1067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timeout/ </a:t>
            </a:r>
            <a:r>
              <a:rPr lang="en-IN" sz="1400" dirty="0" err="1"/>
              <a:t>rst</a:t>
            </a:r>
            <a:endParaRPr lang="en-IN" sz="1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A86FB65-FC29-1711-2A07-80B592ABE417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B88D066-93E0-5170-20F0-3B10AD1E2509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091DB0-E764-CC46-FD16-111C6A56ACB6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339959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9B81AC-E2EF-58B4-E050-EBE480D4BF70}"/>
              </a:ext>
            </a:extLst>
          </p:cNvPr>
          <p:cNvCxnSpPr>
            <a:stCxn id="5" idx="3"/>
          </p:cNvCxnSpPr>
          <p:nvPr/>
        </p:nvCxnSpPr>
        <p:spPr>
          <a:xfrm>
            <a:off x="9720553" y="2044667"/>
            <a:ext cx="1018982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CA697-1312-9A9A-6F71-F57E4D1F4699}"/>
              </a:ext>
            </a:extLst>
          </p:cNvPr>
          <p:cNvSpPr txBox="1"/>
          <p:nvPr/>
        </p:nvSpPr>
        <p:spPr>
          <a:xfrm>
            <a:off x="9724099" y="2053366"/>
            <a:ext cx="824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 or </a:t>
            </a:r>
          </a:p>
          <a:p>
            <a:pPr algn="ctr"/>
            <a:r>
              <a:rPr lang="en-IN" sz="1400" dirty="0"/>
              <a:t>time-out</a:t>
            </a:r>
          </a:p>
          <a:p>
            <a:pPr algn="ctr"/>
            <a:r>
              <a:rPr lang="en-IN" sz="1400" dirty="0"/>
              <a:t>Or</a:t>
            </a:r>
          </a:p>
          <a:p>
            <a:pPr algn="ctr"/>
            <a:r>
              <a:rPr lang="en-IN" sz="1400" dirty="0"/>
              <a:t>RST / -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9CD341C-DECF-2D85-C123-050B086E7AB7}"/>
              </a:ext>
            </a:extLst>
          </p:cNvPr>
          <p:cNvCxnSpPr/>
          <p:nvPr/>
        </p:nvCxnSpPr>
        <p:spPr>
          <a:xfrm rot="10800000">
            <a:off x="6433067" y="955124"/>
            <a:ext cx="2204040" cy="837518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B0104E-5F4C-298D-BFB7-1DDDD57373EC}"/>
              </a:ext>
            </a:extLst>
          </p:cNvPr>
          <p:cNvSpPr txBox="1"/>
          <p:nvPr/>
        </p:nvSpPr>
        <p:spPr>
          <a:xfrm>
            <a:off x="6746943" y="1011690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 -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5E1232-B086-1DDD-C1C7-C322A1277A25}"/>
              </a:ext>
            </a:extLst>
          </p:cNvPr>
          <p:cNvCxnSpPr/>
          <p:nvPr/>
        </p:nvCxnSpPr>
        <p:spPr>
          <a:xfrm flipV="1">
            <a:off x="6096000" y="950126"/>
            <a:ext cx="0" cy="394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309F204-AC68-5853-71E3-D19B6977CAA5}"/>
              </a:ext>
            </a:extLst>
          </p:cNvPr>
          <p:cNvSpPr txBox="1"/>
          <p:nvPr/>
        </p:nvSpPr>
        <p:spPr>
          <a:xfrm>
            <a:off x="6112411" y="1043152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8F3FEC7-7221-40A5-4BDD-6A525464314F}"/>
              </a:ext>
            </a:extLst>
          </p:cNvPr>
          <p:cNvCxnSpPr/>
          <p:nvPr/>
        </p:nvCxnSpPr>
        <p:spPr>
          <a:xfrm flipV="1">
            <a:off x="3071140" y="1716833"/>
            <a:ext cx="2046895" cy="214604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8F3C22B-0447-7E9E-6AEE-F451F186E21A}"/>
              </a:ext>
            </a:extLst>
          </p:cNvPr>
          <p:cNvSpPr txBox="1"/>
          <p:nvPr/>
        </p:nvSpPr>
        <p:spPr>
          <a:xfrm>
            <a:off x="4126764" y="1673519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1427ADB-C103-6D9F-A560-136E6AF1A8B5}"/>
              </a:ext>
            </a:extLst>
          </p:cNvPr>
          <p:cNvCxnSpPr>
            <a:stCxn id="7" idx="1"/>
          </p:cNvCxnSpPr>
          <p:nvPr/>
        </p:nvCxnSpPr>
        <p:spPr>
          <a:xfrm flipH="1">
            <a:off x="457200" y="2044667"/>
            <a:ext cx="1252050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0670AA6-7FDC-703F-B4F4-1BAC643E2CDD}"/>
              </a:ext>
            </a:extLst>
          </p:cNvPr>
          <p:cNvSpPr txBox="1"/>
          <p:nvPr/>
        </p:nvSpPr>
        <p:spPr>
          <a:xfrm>
            <a:off x="585536" y="2062065"/>
            <a:ext cx="1067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timeout/ </a:t>
            </a:r>
            <a:r>
              <a:rPr lang="en-IN" sz="1400" dirty="0" err="1"/>
              <a:t>rst</a:t>
            </a:r>
            <a:endParaRPr lang="en-IN" sz="1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82CBA91-6AD7-1CA1-3606-E2001278E26F}"/>
              </a:ext>
            </a:extLst>
          </p:cNvPr>
          <p:cNvCxnSpPr/>
          <p:nvPr/>
        </p:nvCxnSpPr>
        <p:spPr>
          <a:xfrm>
            <a:off x="1875453" y="2278028"/>
            <a:ext cx="0" cy="16917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95335EA-7A81-8390-208F-7EADE6E2646A}"/>
              </a:ext>
            </a:extLst>
          </p:cNvPr>
          <p:cNvSpPr txBox="1"/>
          <p:nvPr/>
        </p:nvSpPr>
        <p:spPr>
          <a:xfrm>
            <a:off x="987069" y="2921942"/>
            <a:ext cx="888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Close/FIN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72FD2E7-B710-337F-283C-2A48D00FE109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2738644-EEAC-A654-AD1B-5B8CCCF997B1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02AE74-9A0B-BB38-B50F-2345EA9F2EF8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136987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5E86C9-F3BF-F45D-7533-86A7BA011953}"/>
              </a:ext>
            </a:extLst>
          </p:cNvPr>
          <p:cNvCxnSpPr>
            <a:stCxn id="8" idx="3"/>
          </p:cNvCxnSpPr>
          <p:nvPr/>
        </p:nvCxnSpPr>
        <p:spPr>
          <a:xfrm flipV="1">
            <a:off x="3052275" y="4198776"/>
            <a:ext cx="866969" cy="43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1E4CC90-78F2-4252-CB09-2A9F5007710A}"/>
              </a:ext>
            </a:extLst>
          </p:cNvPr>
          <p:cNvSpPr txBox="1"/>
          <p:nvPr/>
        </p:nvSpPr>
        <p:spPr>
          <a:xfrm>
            <a:off x="3102923" y="3898108"/>
            <a:ext cx="781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FIN/ACK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DE678E-0A01-59CF-7AD2-EFA71D15CC5E}"/>
              </a:ext>
            </a:extLst>
          </p:cNvPr>
          <p:cNvSpPr txBox="1"/>
          <p:nvPr/>
        </p:nvSpPr>
        <p:spPr>
          <a:xfrm>
            <a:off x="2968832" y="4175421"/>
            <a:ext cx="1056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Simultaneous</a:t>
            </a:r>
          </a:p>
          <a:p>
            <a:pPr algn="ctr"/>
            <a:r>
              <a:rPr lang="en-IN" sz="1200" dirty="0"/>
              <a:t>close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9B81AC-E2EF-58B4-E050-EBE480D4BF70}"/>
              </a:ext>
            </a:extLst>
          </p:cNvPr>
          <p:cNvCxnSpPr>
            <a:stCxn id="5" idx="3"/>
          </p:cNvCxnSpPr>
          <p:nvPr/>
        </p:nvCxnSpPr>
        <p:spPr>
          <a:xfrm>
            <a:off x="9720553" y="2044667"/>
            <a:ext cx="1018982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CA697-1312-9A9A-6F71-F57E4D1F4699}"/>
              </a:ext>
            </a:extLst>
          </p:cNvPr>
          <p:cNvSpPr txBox="1"/>
          <p:nvPr/>
        </p:nvSpPr>
        <p:spPr>
          <a:xfrm>
            <a:off x="9724099" y="2053366"/>
            <a:ext cx="824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 or </a:t>
            </a:r>
          </a:p>
          <a:p>
            <a:pPr algn="ctr"/>
            <a:r>
              <a:rPr lang="en-IN" sz="1400" dirty="0"/>
              <a:t>time-out</a:t>
            </a:r>
          </a:p>
          <a:p>
            <a:pPr algn="ctr"/>
            <a:r>
              <a:rPr lang="en-IN" sz="1400" dirty="0"/>
              <a:t>Or</a:t>
            </a:r>
          </a:p>
          <a:p>
            <a:pPr algn="ctr"/>
            <a:r>
              <a:rPr lang="en-IN" sz="1400" dirty="0"/>
              <a:t>RST / -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9CD341C-DECF-2D85-C123-050B086E7AB7}"/>
              </a:ext>
            </a:extLst>
          </p:cNvPr>
          <p:cNvCxnSpPr/>
          <p:nvPr/>
        </p:nvCxnSpPr>
        <p:spPr>
          <a:xfrm rot="10800000">
            <a:off x="6433067" y="955124"/>
            <a:ext cx="2204040" cy="837518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B0104E-5F4C-298D-BFB7-1DDDD57373EC}"/>
              </a:ext>
            </a:extLst>
          </p:cNvPr>
          <p:cNvSpPr txBox="1"/>
          <p:nvPr/>
        </p:nvSpPr>
        <p:spPr>
          <a:xfrm>
            <a:off x="6746943" y="1011690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 -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5E1232-B086-1DDD-C1C7-C322A1277A25}"/>
              </a:ext>
            </a:extLst>
          </p:cNvPr>
          <p:cNvCxnSpPr/>
          <p:nvPr/>
        </p:nvCxnSpPr>
        <p:spPr>
          <a:xfrm flipV="1">
            <a:off x="6096000" y="950126"/>
            <a:ext cx="0" cy="394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309F204-AC68-5853-71E3-D19B6977CAA5}"/>
              </a:ext>
            </a:extLst>
          </p:cNvPr>
          <p:cNvSpPr txBox="1"/>
          <p:nvPr/>
        </p:nvSpPr>
        <p:spPr>
          <a:xfrm>
            <a:off x="6112411" y="1043152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8F3FEC7-7221-40A5-4BDD-6A525464314F}"/>
              </a:ext>
            </a:extLst>
          </p:cNvPr>
          <p:cNvCxnSpPr/>
          <p:nvPr/>
        </p:nvCxnSpPr>
        <p:spPr>
          <a:xfrm flipV="1">
            <a:off x="3071140" y="1716833"/>
            <a:ext cx="2046895" cy="214604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8F3C22B-0447-7E9E-6AEE-F451F186E21A}"/>
              </a:ext>
            </a:extLst>
          </p:cNvPr>
          <p:cNvSpPr txBox="1"/>
          <p:nvPr/>
        </p:nvSpPr>
        <p:spPr>
          <a:xfrm>
            <a:off x="4126764" y="1673519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1427ADB-C103-6D9F-A560-136E6AF1A8B5}"/>
              </a:ext>
            </a:extLst>
          </p:cNvPr>
          <p:cNvCxnSpPr>
            <a:stCxn id="7" idx="1"/>
          </p:cNvCxnSpPr>
          <p:nvPr/>
        </p:nvCxnSpPr>
        <p:spPr>
          <a:xfrm flipH="1">
            <a:off x="457200" y="2044667"/>
            <a:ext cx="1252050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0670AA6-7FDC-703F-B4F4-1BAC643E2CDD}"/>
              </a:ext>
            </a:extLst>
          </p:cNvPr>
          <p:cNvSpPr txBox="1"/>
          <p:nvPr/>
        </p:nvSpPr>
        <p:spPr>
          <a:xfrm>
            <a:off x="585536" y="2062065"/>
            <a:ext cx="1067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timeout/ </a:t>
            </a:r>
            <a:r>
              <a:rPr lang="en-IN" sz="1400" dirty="0" err="1"/>
              <a:t>rst</a:t>
            </a:r>
            <a:endParaRPr lang="en-IN" sz="1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82CBA91-6AD7-1CA1-3606-E2001278E26F}"/>
              </a:ext>
            </a:extLst>
          </p:cNvPr>
          <p:cNvCxnSpPr/>
          <p:nvPr/>
        </p:nvCxnSpPr>
        <p:spPr>
          <a:xfrm>
            <a:off x="1875453" y="2278028"/>
            <a:ext cx="0" cy="16917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95335EA-7A81-8390-208F-7EADE6E2646A}"/>
              </a:ext>
            </a:extLst>
          </p:cNvPr>
          <p:cNvSpPr txBox="1"/>
          <p:nvPr/>
        </p:nvSpPr>
        <p:spPr>
          <a:xfrm>
            <a:off x="987069" y="2921942"/>
            <a:ext cx="888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Close/FIN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72FD2E7-B710-337F-283C-2A48D00FE109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2738644-EEAC-A654-AD1B-5B8CCCF997B1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02AE74-9A0B-BB38-B50F-2345EA9F2EF8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405408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5E86C9-F3BF-F45D-7533-86A7BA011953}"/>
              </a:ext>
            </a:extLst>
          </p:cNvPr>
          <p:cNvCxnSpPr>
            <a:stCxn id="8" idx="3"/>
          </p:cNvCxnSpPr>
          <p:nvPr/>
        </p:nvCxnSpPr>
        <p:spPr>
          <a:xfrm flipV="1">
            <a:off x="3052275" y="4198776"/>
            <a:ext cx="866969" cy="43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1E4CC90-78F2-4252-CB09-2A9F5007710A}"/>
              </a:ext>
            </a:extLst>
          </p:cNvPr>
          <p:cNvSpPr txBox="1"/>
          <p:nvPr/>
        </p:nvSpPr>
        <p:spPr>
          <a:xfrm>
            <a:off x="3102923" y="3898108"/>
            <a:ext cx="781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FIN/ACK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DE678E-0A01-59CF-7AD2-EFA71D15CC5E}"/>
              </a:ext>
            </a:extLst>
          </p:cNvPr>
          <p:cNvSpPr txBox="1"/>
          <p:nvPr/>
        </p:nvSpPr>
        <p:spPr>
          <a:xfrm>
            <a:off x="2968832" y="4175421"/>
            <a:ext cx="1056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Simultaneous</a:t>
            </a:r>
          </a:p>
          <a:p>
            <a:pPr algn="ctr"/>
            <a:r>
              <a:rPr lang="en-IN" sz="1200" dirty="0"/>
              <a:t>close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CE513C5-8A7C-7A3F-01DB-2EE76A18E1D1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4590757" y="4436510"/>
            <a:ext cx="41794" cy="12143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2C1063-8E8C-ED5F-B14A-614D5A1F5752}"/>
              </a:ext>
            </a:extLst>
          </p:cNvPr>
          <p:cNvSpPr txBox="1"/>
          <p:nvPr/>
        </p:nvSpPr>
        <p:spPr>
          <a:xfrm>
            <a:off x="4647086" y="4902881"/>
            <a:ext cx="600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ACK/-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9B81AC-E2EF-58B4-E050-EBE480D4BF70}"/>
              </a:ext>
            </a:extLst>
          </p:cNvPr>
          <p:cNvCxnSpPr>
            <a:stCxn id="5" idx="3"/>
          </p:cNvCxnSpPr>
          <p:nvPr/>
        </p:nvCxnSpPr>
        <p:spPr>
          <a:xfrm>
            <a:off x="9720553" y="2044667"/>
            <a:ext cx="1018982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CA697-1312-9A9A-6F71-F57E4D1F4699}"/>
              </a:ext>
            </a:extLst>
          </p:cNvPr>
          <p:cNvSpPr txBox="1"/>
          <p:nvPr/>
        </p:nvSpPr>
        <p:spPr>
          <a:xfrm>
            <a:off x="9724099" y="2053366"/>
            <a:ext cx="824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 or </a:t>
            </a:r>
          </a:p>
          <a:p>
            <a:pPr algn="ctr"/>
            <a:r>
              <a:rPr lang="en-IN" sz="1400" dirty="0"/>
              <a:t>time-out</a:t>
            </a:r>
          </a:p>
          <a:p>
            <a:pPr algn="ctr"/>
            <a:r>
              <a:rPr lang="en-IN" sz="1400" dirty="0"/>
              <a:t>Or</a:t>
            </a:r>
          </a:p>
          <a:p>
            <a:pPr algn="ctr"/>
            <a:r>
              <a:rPr lang="en-IN" sz="1400" dirty="0"/>
              <a:t>RST / -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9CD341C-DECF-2D85-C123-050B086E7AB7}"/>
              </a:ext>
            </a:extLst>
          </p:cNvPr>
          <p:cNvCxnSpPr/>
          <p:nvPr/>
        </p:nvCxnSpPr>
        <p:spPr>
          <a:xfrm rot="10800000">
            <a:off x="6433067" y="955124"/>
            <a:ext cx="2204040" cy="837518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B0104E-5F4C-298D-BFB7-1DDDD57373EC}"/>
              </a:ext>
            </a:extLst>
          </p:cNvPr>
          <p:cNvSpPr txBox="1"/>
          <p:nvPr/>
        </p:nvSpPr>
        <p:spPr>
          <a:xfrm>
            <a:off x="6746943" y="1011690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 -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5E1232-B086-1DDD-C1C7-C322A1277A25}"/>
              </a:ext>
            </a:extLst>
          </p:cNvPr>
          <p:cNvCxnSpPr/>
          <p:nvPr/>
        </p:nvCxnSpPr>
        <p:spPr>
          <a:xfrm flipV="1">
            <a:off x="6096000" y="950126"/>
            <a:ext cx="0" cy="394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309F204-AC68-5853-71E3-D19B6977CAA5}"/>
              </a:ext>
            </a:extLst>
          </p:cNvPr>
          <p:cNvSpPr txBox="1"/>
          <p:nvPr/>
        </p:nvSpPr>
        <p:spPr>
          <a:xfrm>
            <a:off x="6112411" y="1043152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8F3FEC7-7221-40A5-4BDD-6A525464314F}"/>
              </a:ext>
            </a:extLst>
          </p:cNvPr>
          <p:cNvCxnSpPr/>
          <p:nvPr/>
        </p:nvCxnSpPr>
        <p:spPr>
          <a:xfrm flipV="1">
            <a:off x="3071140" y="1716833"/>
            <a:ext cx="2046895" cy="214604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8F3C22B-0447-7E9E-6AEE-F451F186E21A}"/>
              </a:ext>
            </a:extLst>
          </p:cNvPr>
          <p:cNvSpPr txBox="1"/>
          <p:nvPr/>
        </p:nvSpPr>
        <p:spPr>
          <a:xfrm>
            <a:off x="4126764" y="1673519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1427ADB-C103-6D9F-A560-136E6AF1A8B5}"/>
              </a:ext>
            </a:extLst>
          </p:cNvPr>
          <p:cNvCxnSpPr>
            <a:stCxn id="7" idx="1"/>
          </p:cNvCxnSpPr>
          <p:nvPr/>
        </p:nvCxnSpPr>
        <p:spPr>
          <a:xfrm flipH="1">
            <a:off x="457200" y="2044667"/>
            <a:ext cx="1252050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0670AA6-7FDC-703F-B4F4-1BAC643E2CDD}"/>
              </a:ext>
            </a:extLst>
          </p:cNvPr>
          <p:cNvSpPr txBox="1"/>
          <p:nvPr/>
        </p:nvSpPr>
        <p:spPr>
          <a:xfrm>
            <a:off x="585536" y="2062065"/>
            <a:ext cx="1067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timeout/ </a:t>
            </a:r>
            <a:r>
              <a:rPr lang="en-IN" sz="1400" dirty="0" err="1"/>
              <a:t>rst</a:t>
            </a:r>
            <a:endParaRPr lang="en-IN" sz="1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82CBA91-6AD7-1CA1-3606-E2001278E26F}"/>
              </a:ext>
            </a:extLst>
          </p:cNvPr>
          <p:cNvCxnSpPr/>
          <p:nvPr/>
        </p:nvCxnSpPr>
        <p:spPr>
          <a:xfrm>
            <a:off x="1875453" y="2278028"/>
            <a:ext cx="0" cy="16917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95335EA-7A81-8390-208F-7EADE6E2646A}"/>
              </a:ext>
            </a:extLst>
          </p:cNvPr>
          <p:cNvSpPr txBox="1"/>
          <p:nvPr/>
        </p:nvSpPr>
        <p:spPr>
          <a:xfrm>
            <a:off x="987069" y="2921942"/>
            <a:ext cx="888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Close/FIN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72FD2E7-B710-337F-283C-2A48D00FE109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2738644-EEAC-A654-AD1B-5B8CCCF997B1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02AE74-9A0B-BB38-B50F-2345EA9F2EF8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385941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5E86C9-F3BF-F45D-7533-86A7BA011953}"/>
              </a:ext>
            </a:extLst>
          </p:cNvPr>
          <p:cNvCxnSpPr>
            <a:stCxn id="8" idx="3"/>
          </p:cNvCxnSpPr>
          <p:nvPr/>
        </p:nvCxnSpPr>
        <p:spPr>
          <a:xfrm flipV="1">
            <a:off x="3052275" y="4198776"/>
            <a:ext cx="866969" cy="43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1E4CC90-78F2-4252-CB09-2A9F5007710A}"/>
              </a:ext>
            </a:extLst>
          </p:cNvPr>
          <p:cNvSpPr txBox="1"/>
          <p:nvPr/>
        </p:nvSpPr>
        <p:spPr>
          <a:xfrm>
            <a:off x="3102923" y="3898108"/>
            <a:ext cx="781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FIN/ACK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DE678E-0A01-59CF-7AD2-EFA71D15CC5E}"/>
              </a:ext>
            </a:extLst>
          </p:cNvPr>
          <p:cNvSpPr txBox="1"/>
          <p:nvPr/>
        </p:nvSpPr>
        <p:spPr>
          <a:xfrm>
            <a:off x="2968832" y="4175421"/>
            <a:ext cx="1056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Simultaneous</a:t>
            </a:r>
          </a:p>
          <a:p>
            <a:pPr algn="ctr"/>
            <a:r>
              <a:rPr lang="en-IN" sz="1200" dirty="0"/>
              <a:t>close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CE513C5-8A7C-7A3F-01DB-2EE76A18E1D1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4590757" y="4436510"/>
            <a:ext cx="41794" cy="12143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2C1063-8E8C-ED5F-B14A-614D5A1F5752}"/>
              </a:ext>
            </a:extLst>
          </p:cNvPr>
          <p:cNvSpPr txBox="1"/>
          <p:nvPr/>
        </p:nvSpPr>
        <p:spPr>
          <a:xfrm>
            <a:off x="4647086" y="4902881"/>
            <a:ext cx="600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ACK/-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9B81AC-E2EF-58B4-E050-EBE480D4BF70}"/>
              </a:ext>
            </a:extLst>
          </p:cNvPr>
          <p:cNvCxnSpPr>
            <a:stCxn id="5" idx="3"/>
          </p:cNvCxnSpPr>
          <p:nvPr/>
        </p:nvCxnSpPr>
        <p:spPr>
          <a:xfrm>
            <a:off x="9720553" y="2044667"/>
            <a:ext cx="1018982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CA697-1312-9A9A-6F71-F57E4D1F4699}"/>
              </a:ext>
            </a:extLst>
          </p:cNvPr>
          <p:cNvSpPr txBox="1"/>
          <p:nvPr/>
        </p:nvSpPr>
        <p:spPr>
          <a:xfrm>
            <a:off x="9724099" y="2053366"/>
            <a:ext cx="824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 or </a:t>
            </a:r>
          </a:p>
          <a:p>
            <a:pPr algn="ctr"/>
            <a:r>
              <a:rPr lang="en-IN" sz="1400" dirty="0"/>
              <a:t>time-out</a:t>
            </a:r>
          </a:p>
          <a:p>
            <a:pPr algn="ctr"/>
            <a:r>
              <a:rPr lang="en-IN" sz="1400" dirty="0"/>
              <a:t>Or</a:t>
            </a:r>
          </a:p>
          <a:p>
            <a:pPr algn="ctr"/>
            <a:r>
              <a:rPr lang="en-IN" sz="1400" dirty="0"/>
              <a:t>RST / -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9CD341C-DECF-2D85-C123-050B086E7AB7}"/>
              </a:ext>
            </a:extLst>
          </p:cNvPr>
          <p:cNvCxnSpPr/>
          <p:nvPr/>
        </p:nvCxnSpPr>
        <p:spPr>
          <a:xfrm rot="10800000">
            <a:off x="6433067" y="955124"/>
            <a:ext cx="2204040" cy="837518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B0104E-5F4C-298D-BFB7-1DDDD57373EC}"/>
              </a:ext>
            </a:extLst>
          </p:cNvPr>
          <p:cNvSpPr txBox="1"/>
          <p:nvPr/>
        </p:nvSpPr>
        <p:spPr>
          <a:xfrm>
            <a:off x="6746943" y="1011690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 -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5E1232-B086-1DDD-C1C7-C322A1277A25}"/>
              </a:ext>
            </a:extLst>
          </p:cNvPr>
          <p:cNvCxnSpPr/>
          <p:nvPr/>
        </p:nvCxnSpPr>
        <p:spPr>
          <a:xfrm flipV="1">
            <a:off x="6096000" y="950126"/>
            <a:ext cx="0" cy="394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309F204-AC68-5853-71E3-D19B6977CAA5}"/>
              </a:ext>
            </a:extLst>
          </p:cNvPr>
          <p:cNvSpPr txBox="1"/>
          <p:nvPr/>
        </p:nvSpPr>
        <p:spPr>
          <a:xfrm>
            <a:off x="6112411" y="1043152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8F3FEC7-7221-40A5-4BDD-6A525464314F}"/>
              </a:ext>
            </a:extLst>
          </p:cNvPr>
          <p:cNvCxnSpPr/>
          <p:nvPr/>
        </p:nvCxnSpPr>
        <p:spPr>
          <a:xfrm flipV="1">
            <a:off x="3071140" y="1716833"/>
            <a:ext cx="2046895" cy="214604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8F3C22B-0447-7E9E-6AEE-F451F186E21A}"/>
              </a:ext>
            </a:extLst>
          </p:cNvPr>
          <p:cNvSpPr txBox="1"/>
          <p:nvPr/>
        </p:nvSpPr>
        <p:spPr>
          <a:xfrm>
            <a:off x="4126764" y="1673519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1427ADB-C103-6D9F-A560-136E6AF1A8B5}"/>
              </a:ext>
            </a:extLst>
          </p:cNvPr>
          <p:cNvCxnSpPr>
            <a:stCxn id="7" idx="1"/>
          </p:cNvCxnSpPr>
          <p:nvPr/>
        </p:nvCxnSpPr>
        <p:spPr>
          <a:xfrm flipH="1">
            <a:off x="457200" y="2044667"/>
            <a:ext cx="1252050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0670AA6-7FDC-703F-B4F4-1BAC643E2CDD}"/>
              </a:ext>
            </a:extLst>
          </p:cNvPr>
          <p:cNvSpPr txBox="1"/>
          <p:nvPr/>
        </p:nvSpPr>
        <p:spPr>
          <a:xfrm>
            <a:off x="585536" y="2062065"/>
            <a:ext cx="1067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timeout/ </a:t>
            </a:r>
            <a:r>
              <a:rPr lang="en-IN" sz="1400" dirty="0" err="1"/>
              <a:t>rst</a:t>
            </a:r>
            <a:endParaRPr lang="en-IN" sz="1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82CBA91-6AD7-1CA1-3606-E2001278E26F}"/>
              </a:ext>
            </a:extLst>
          </p:cNvPr>
          <p:cNvCxnSpPr/>
          <p:nvPr/>
        </p:nvCxnSpPr>
        <p:spPr>
          <a:xfrm>
            <a:off x="1875453" y="2278028"/>
            <a:ext cx="0" cy="16917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95335EA-7A81-8390-208F-7EADE6E2646A}"/>
              </a:ext>
            </a:extLst>
          </p:cNvPr>
          <p:cNvSpPr txBox="1"/>
          <p:nvPr/>
        </p:nvSpPr>
        <p:spPr>
          <a:xfrm>
            <a:off x="987069" y="2921942"/>
            <a:ext cx="888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Close/FIN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199877A-2DDB-4A00-8111-638D62656A41}"/>
              </a:ext>
            </a:extLst>
          </p:cNvPr>
          <p:cNvCxnSpPr/>
          <p:nvPr/>
        </p:nvCxnSpPr>
        <p:spPr>
          <a:xfrm>
            <a:off x="3033816" y="2164702"/>
            <a:ext cx="53437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E8C25D9-CF9B-00AD-AAAB-608CA7C64432}"/>
              </a:ext>
            </a:extLst>
          </p:cNvPr>
          <p:cNvSpPr txBox="1"/>
          <p:nvPr/>
        </p:nvSpPr>
        <p:spPr>
          <a:xfrm>
            <a:off x="4902129" y="1844652"/>
            <a:ext cx="2022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SYN/SYN+ACK</a:t>
            </a:r>
          </a:p>
          <a:p>
            <a:pPr algn="ctr"/>
            <a:r>
              <a:rPr lang="en-IN" dirty="0"/>
              <a:t>Simultaneous Open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86CCB28-A0B9-1290-8A19-DD59D52F7996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CA1617A-AEAB-EA6F-61B8-135C28184026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D03E1D-AAB6-E293-17ED-05F14F5001D8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291989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FFFBC0-0B81-8F36-855A-BD3181A7D060}"/>
              </a:ext>
            </a:extLst>
          </p:cNvPr>
          <p:cNvSpPr/>
          <p:nvPr/>
        </p:nvSpPr>
        <p:spPr>
          <a:xfrm>
            <a:off x="1278294" y="3799793"/>
            <a:ext cx="4324349" cy="245667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5E86C9-F3BF-F45D-7533-86A7BA011953}"/>
              </a:ext>
            </a:extLst>
          </p:cNvPr>
          <p:cNvCxnSpPr>
            <a:stCxn id="8" idx="3"/>
          </p:cNvCxnSpPr>
          <p:nvPr/>
        </p:nvCxnSpPr>
        <p:spPr>
          <a:xfrm flipV="1">
            <a:off x="3052275" y="4198776"/>
            <a:ext cx="866969" cy="43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1E4CC90-78F2-4252-CB09-2A9F5007710A}"/>
              </a:ext>
            </a:extLst>
          </p:cNvPr>
          <p:cNvSpPr txBox="1"/>
          <p:nvPr/>
        </p:nvSpPr>
        <p:spPr>
          <a:xfrm>
            <a:off x="3102923" y="3898108"/>
            <a:ext cx="781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FIN/ACK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DE678E-0A01-59CF-7AD2-EFA71D15CC5E}"/>
              </a:ext>
            </a:extLst>
          </p:cNvPr>
          <p:cNvSpPr txBox="1"/>
          <p:nvPr/>
        </p:nvSpPr>
        <p:spPr>
          <a:xfrm>
            <a:off x="2968832" y="4175421"/>
            <a:ext cx="1056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Simultaneous</a:t>
            </a:r>
          </a:p>
          <a:p>
            <a:pPr algn="ctr"/>
            <a:r>
              <a:rPr lang="en-IN" sz="1200" dirty="0"/>
              <a:t>close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CE513C5-8A7C-7A3F-01DB-2EE76A18E1D1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4590757" y="4436510"/>
            <a:ext cx="41794" cy="12143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2C1063-8E8C-ED5F-B14A-614D5A1F5752}"/>
              </a:ext>
            </a:extLst>
          </p:cNvPr>
          <p:cNvSpPr txBox="1"/>
          <p:nvPr/>
        </p:nvSpPr>
        <p:spPr>
          <a:xfrm>
            <a:off x="4647086" y="4902881"/>
            <a:ext cx="600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ACK/-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9B81AC-E2EF-58B4-E050-EBE480D4BF70}"/>
              </a:ext>
            </a:extLst>
          </p:cNvPr>
          <p:cNvCxnSpPr>
            <a:stCxn id="5" idx="3"/>
          </p:cNvCxnSpPr>
          <p:nvPr/>
        </p:nvCxnSpPr>
        <p:spPr>
          <a:xfrm>
            <a:off x="9720553" y="2044667"/>
            <a:ext cx="1018982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CA697-1312-9A9A-6F71-F57E4D1F4699}"/>
              </a:ext>
            </a:extLst>
          </p:cNvPr>
          <p:cNvSpPr txBox="1"/>
          <p:nvPr/>
        </p:nvSpPr>
        <p:spPr>
          <a:xfrm>
            <a:off x="9724099" y="2053366"/>
            <a:ext cx="824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 or </a:t>
            </a:r>
          </a:p>
          <a:p>
            <a:pPr algn="ctr"/>
            <a:r>
              <a:rPr lang="en-IN" sz="1400" dirty="0"/>
              <a:t>time-out</a:t>
            </a:r>
          </a:p>
          <a:p>
            <a:pPr algn="ctr"/>
            <a:r>
              <a:rPr lang="en-IN" sz="1400" dirty="0"/>
              <a:t>Or</a:t>
            </a:r>
          </a:p>
          <a:p>
            <a:pPr algn="ctr"/>
            <a:r>
              <a:rPr lang="en-IN" sz="1400" dirty="0"/>
              <a:t>RST / -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9CD341C-DECF-2D85-C123-050B086E7AB7}"/>
              </a:ext>
            </a:extLst>
          </p:cNvPr>
          <p:cNvCxnSpPr/>
          <p:nvPr/>
        </p:nvCxnSpPr>
        <p:spPr>
          <a:xfrm rot="10800000">
            <a:off x="6433067" y="955124"/>
            <a:ext cx="2204040" cy="837518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B0104E-5F4C-298D-BFB7-1DDDD57373EC}"/>
              </a:ext>
            </a:extLst>
          </p:cNvPr>
          <p:cNvSpPr txBox="1"/>
          <p:nvPr/>
        </p:nvSpPr>
        <p:spPr>
          <a:xfrm>
            <a:off x="6746943" y="1011690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 -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5E1232-B086-1DDD-C1C7-C322A1277A25}"/>
              </a:ext>
            </a:extLst>
          </p:cNvPr>
          <p:cNvCxnSpPr/>
          <p:nvPr/>
        </p:nvCxnSpPr>
        <p:spPr>
          <a:xfrm flipV="1">
            <a:off x="6096000" y="950126"/>
            <a:ext cx="0" cy="394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309F204-AC68-5853-71E3-D19B6977CAA5}"/>
              </a:ext>
            </a:extLst>
          </p:cNvPr>
          <p:cNvSpPr txBox="1"/>
          <p:nvPr/>
        </p:nvSpPr>
        <p:spPr>
          <a:xfrm>
            <a:off x="6112411" y="1043152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8F3FEC7-7221-40A5-4BDD-6A525464314F}"/>
              </a:ext>
            </a:extLst>
          </p:cNvPr>
          <p:cNvCxnSpPr/>
          <p:nvPr/>
        </p:nvCxnSpPr>
        <p:spPr>
          <a:xfrm flipV="1">
            <a:off x="3071140" y="1716833"/>
            <a:ext cx="2046895" cy="214604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8F3C22B-0447-7E9E-6AEE-F451F186E21A}"/>
              </a:ext>
            </a:extLst>
          </p:cNvPr>
          <p:cNvSpPr txBox="1"/>
          <p:nvPr/>
        </p:nvSpPr>
        <p:spPr>
          <a:xfrm>
            <a:off x="4126764" y="1673519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1427ADB-C103-6D9F-A560-136E6AF1A8B5}"/>
              </a:ext>
            </a:extLst>
          </p:cNvPr>
          <p:cNvCxnSpPr>
            <a:stCxn id="7" idx="1"/>
          </p:cNvCxnSpPr>
          <p:nvPr/>
        </p:nvCxnSpPr>
        <p:spPr>
          <a:xfrm flipH="1">
            <a:off x="457200" y="2044667"/>
            <a:ext cx="1252050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0670AA6-7FDC-703F-B4F4-1BAC643E2CDD}"/>
              </a:ext>
            </a:extLst>
          </p:cNvPr>
          <p:cNvSpPr txBox="1"/>
          <p:nvPr/>
        </p:nvSpPr>
        <p:spPr>
          <a:xfrm>
            <a:off x="585536" y="2062065"/>
            <a:ext cx="1067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timeout/ </a:t>
            </a:r>
            <a:r>
              <a:rPr lang="en-IN" sz="1400" dirty="0" err="1"/>
              <a:t>rst</a:t>
            </a:r>
            <a:endParaRPr lang="en-IN" sz="1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82CBA91-6AD7-1CA1-3606-E2001278E26F}"/>
              </a:ext>
            </a:extLst>
          </p:cNvPr>
          <p:cNvCxnSpPr/>
          <p:nvPr/>
        </p:nvCxnSpPr>
        <p:spPr>
          <a:xfrm>
            <a:off x="1875453" y="2278028"/>
            <a:ext cx="0" cy="16917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95335EA-7A81-8390-208F-7EADE6E2646A}"/>
              </a:ext>
            </a:extLst>
          </p:cNvPr>
          <p:cNvSpPr txBox="1"/>
          <p:nvPr/>
        </p:nvSpPr>
        <p:spPr>
          <a:xfrm>
            <a:off x="987069" y="2921942"/>
            <a:ext cx="888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Close/FIN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199877A-2DDB-4A00-8111-638D62656A41}"/>
              </a:ext>
            </a:extLst>
          </p:cNvPr>
          <p:cNvCxnSpPr/>
          <p:nvPr/>
        </p:nvCxnSpPr>
        <p:spPr>
          <a:xfrm>
            <a:off x="3033816" y="2164702"/>
            <a:ext cx="53437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E8C25D9-CF9B-00AD-AAAB-608CA7C64432}"/>
              </a:ext>
            </a:extLst>
          </p:cNvPr>
          <p:cNvSpPr txBox="1"/>
          <p:nvPr/>
        </p:nvSpPr>
        <p:spPr>
          <a:xfrm>
            <a:off x="4902129" y="1844652"/>
            <a:ext cx="2022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SYN/SYN+ACK</a:t>
            </a:r>
          </a:p>
          <a:p>
            <a:pPr algn="ctr"/>
            <a:r>
              <a:rPr lang="en-IN" dirty="0"/>
              <a:t>Simultaneous Open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86CCB28-A0B9-1290-8A19-DD59D52F7996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CA1617A-AEAB-EA6F-61B8-135C28184026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D03E1D-AAB6-E293-17ED-05F14F5001D8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156937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8F6389E-6E96-2D50-B33F-9614483241A6}"/>
              </a:ext>
            </a:extLst>
          </p:cNvPr>
          <p:cNvSpPr/>
          <p:nvPr/>
        </p:nvSpPr>
        <p:spPr>
          <a:xfrm>
            <a:off x="8051651" y="3799793"/>
            <a:ext cx="1901709" cy="255114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FFFBC0-0B81-8F36-855A-BD3181A7D060}"/>
              </a:ext>
            </a:extLst>
          </p:cNvPr>
          <p:cNvSpPr/>
          <p:nvPr/>
        </p:nvSpPr>
        <p:spPr>
          <a:xfrm>
            <a:off x="1278294" y="3799793"/>
            <a:ext cx="4324349" cy="245667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B3B6AB-3FFE-C86D-9990-86D54BC6BDCC}"/>
              </a:ext>
            </a:extLst>
          </p:cNvPr>
          <p:cNvSpPr/>
          <p:nvPr/>
        </p:nvSpPr>
        <p:spPr>
          <a:xfrm>
            <a:off x="5118035" y="50706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3E446-DC39-682A-8727-3C1FFD051C17}"/>
              </a:ext>
            </a:extLst>
          </p:cNvPr>
          <p:cNvSpPr/>
          <p:nvPr/>
        </p:nvSpPr>
        <p:spPr>
          <a:xfrm>
            <a:off x="8377528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SYN_SENT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ED29A-A350-1D7D-C5F9-03AC39CB7CEA}"/>
              </a:ext>
            </a:extLst>
          </p:cNvPr>
          <p:cNvSpPr/>
          <p:nvPr/>
        </p:nvSpPr>
        <p:spPr>
          <a:xfrm>
            <a:off x="5043389" y="2962275"/>
            <a:ext cx="173063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ESTABLISHED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3871A-CC25-15FF-7715-D11FAC35FF1E}"/>
              </a:ext>
            </a:extLst>
          </p:cNvPr>
          <p:cNvSpPr/>
          <p:nvPr/>
        </p:nvSpPr>
        <p:spPr>
          <a:xfrm>
            <a:off x="1709250" y="1811304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SYN_RCVD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2B6EB-BC2D-2D8E-7BDA-957190DFF593}"/>
              </a:ext>
            </a:extLst>
          </p:cNvPr>
          <p:cNvSpPr/>
          <p:nvPr/>
        </p:nvSpPr>
        <p:spPr>
          <a:xfrm>
            <a:off x="1709250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803323-21B8-5D97-6F8F-6C37395B2677}"/>
              </a:ext>
            </a:extLst>
          </p:cNvPr>
          <p:cNvSpPr/>
          <p:nvPr/>
        </p:nvSpPr>
        <p:spPr>
          <a:xfrm>
            <a:off x="1709250" y="5650852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FIN_WAIT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11F698-6213-8385-2987-3BCCA998593B}"/>
              </a:ext>
            </a:extLst>
          </p:cNvPr>
          <p:cNvSpPr/>
          <p:nvPr/>
        </p:nvSpPr>
        <p:spPr>
          <a:xfrm>
            <a:off x="3961038" y="5650851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TIME_WAIT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63946-14D3-DFD5-4BD3-C926E497B06B}"/>
              </a:ext>
            </a:extLst>
          </p:cNvPr>
          <p:cNvSpPr/>
          <p:nvPr/>
        </p:nvSpPr>
        <p:spPr>
          <a:xfrm>
            <a:off x="3919244" y="3969785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3EC75-3E59-DE49-E6E3-34E0D43A3184}"/>
              </a:ext>
            </a:extLst>
          </p:cNvPr>
          <p:cNvSpPr/>
          <p:nvPr/>
        </p:nvSpPr>
        <p:spPr>
          <a:xfrm>
            <a:off x="8317073" y="3969784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CLOSE_WAIT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1341BF-5B43-B4FC-2DAF-E3D6FAAABADC}"/>
              </a:ext>
            </a:extLst>
          </p:cNvPr>
          <p:cNvSpPr/>
          <p:nvPr/>
        </p:nvSpPr>
        <p:spPr>
          <a:xfrm>
            <a:off x="8317073" y="5621107"/>
            <a:ext cx="156404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LAST_ACK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E649EB-4AA5-39A5-F460-4480AAAB4F6A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6461060" y="740424"/>
            <a:ext cx="2587981" cy="10708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4DF3C5-4D8B-7E05-EC68-1B3EC16B5172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7452729" y="1599325"/>
            <a:ext cx="917609" cy="22750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561820-0F32-C64E-4B05-B72C61F74F6B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2380763" y="3195637"/>
            <a:ext cx="2662626" cy="7741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2DA8B9C-548C-6C04-A49D-7D0F00DE1E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773592" y="5043681"/>
            <a:ext cx="121434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53B5569-8818-C8EF-8EF8-F1C0283BDB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052275" y="5884214"/>
            <a:ext cx="90876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4B10BC2-2929-661B-3255-F135582A65E0}"/>
              </a:ext>
            </a:extLst>
          </p:cNvPr>
          <p:cNvCxnSpPr>
            <a:stCxn id="10" idx="2"/>
            <a:endCxn id="4" idx="1"/>
          </p:cNvCxnSpPr>
          <p:nvPr/>
        </p:nvCxnSpPr>
        <p:spPr>
          <a:xfrm rot="5400000" flipH="1" flipV="1">
            <a:off x="2186717" y="3186258"/>
            <a:ext cx="5377152" cy="485484"/>
          </a:xfrm>
          <a:prstGeom prst="bentConnector4">
            <a:avLst>
              <a:gd name="adj1" fmla="val -4251"/>
              <a:gd name="adj2" fmla="val -863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033EBA-BE21-93BD-EBF3-AB097760311C}"/>
              </a:ext>
            </a:extLst>
          </p:cNvPr>
          <p:cNvSpPr/>
          <p:nvPr/>
        </p:nvSpPr>
        <p:spPr>
          <a:xfrm>
            <a:off x="5118035" y="1344579"/>
            <a:ext cx="1343025" cy="466725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LISTEN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C3D2156-4982-198D-F22F-8945F849768A}"/>
              </a:ext>
            </a:extLst>
          </p:cNvPr>
          <p:cNvCxnSpPr>
            <a:stCxn id="4" idx="2"/>
            <a:endCxn id="40" idx="0"/>
          </p:cNvCxnSpPr>
          <p:nvPr/>
        </p:nvCxnSpPr>
        <p:spPr>
          <a:xfrm rot="5400000">
            <a:off x="5604152" y="1159182"/>
            <a:ext cx="370793" cy="12700"/>
          </a:xfrm>
          <a:prstGeom prst="bentConnector3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599CA58-2626-49F4-6143-80E6D5FF1943}"/>
              </a:ext>
            </a:extLst>
          </p:cNvPr>
          <p:cNvCxnSpPr>
            <a:stCxn id="40" idx="1"/>
            <a:endCxn id="7" idx="0"/>
          </p:cNvCxnSpPr>
          <p:nvPr/>
        </p:nvCxnSpPr>
        <p:spPr>
          <a:xfrm rot="10800000" flipV="1">
            <a:off x="2380763" y="1577942"/>
            <a:ext cx="2737272" cy="233362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26B5F6-D97B-0F4C-01B5-6228BE5E6F65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334866" y="1323926"/>
            <a:ext cx="754420" cy="2662626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919DA2-258A-B9E1-F73D-0428AC232256}"/>
              </a:ext>
            </a:extLst>
          </p:cNvPr>
          <p:cNvCxnSpPr>
            <a:endCxn id="12" idx="0"/>
          </p:cNvCxnSpPr>
          <p:nvPr/>
        </p:nvCxnSpPr>
        <p:spPr>
          <a:xfrm>
            <a:off x="6774024" y="3331029"/>
            <a:ext cx="2325072" cy="638755"/>
          </a:xfrm>
          <a:prstGeom prst="bentConnector2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34000A8-067F-2FF7-AF92-2F8DF41183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506797" y="5028808"/>
            <a:ext cx="1184598" cy="12700"/>
          </a:xfrm>
          <a:prstGeom prst="bentConnector3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2F5C1E7-841B-B681-D903-6D9FD9AB3AC4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6461060" y="647114"/>
            <a:ext cx="3420058" cy="5207356"/>
          </a:xfrm>
          <a:prstGeom prst="bentConnector4">
            <a:avLst>
              <a:gd name="adj1" fmla="val -24690"/>
              <a:gd name="adj2" fmla="val 100082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B8DD7B-1609-EBCF-B529-B1FF8B28309D}"/>
              </a:ext>
            </a:extLst>
          </p:cNvPr>
          <p:cNvSpPr txBox="1"/>
          <p:nvPr/>
        </p:nvSpPr>
        <p:spPr>
          <a:xfrm>
            <a:off x="7035973" y="2811236"/>
            <a:ext cx="149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SYN+ACK/ACK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75820-C6AB-D892-8B12-BC8747665E3A}"/>
              </a:ext>
            </a:extLst>
          </p:cNvPr>
          <p:cNvSpPr txBox="1"/>
          <p:nvPr/>
        </p:nvSpPr>
        <p:spPr>
          <a:xfrm>
            <a:off x="6913980" y="693768"/>
            <a:ext cx="175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Active open/SYN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7D332-92CB-AA3B-4FE8-10EC1E1A94F2}"/>
              </a:ext>
            </a:extLst>
          </p:cNvPr>
          <p:cNvSpPr txBox="1"/>
          <p:nvPr/>
        </p:nvSpPr>
        <p:spPr>
          <a:xfrm>
            <a:off x="3071140" y="3145395"/>
            <a:ext cx="117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98508-D3D3-D5FB-E784-CE0802EBC6A5}"/>
              </a:ext>
            </a:extLst>
          </p:cNvPr>
          <p:cNvSpPr txBox="1"/>
          <p:nvPr/>
        </p:nvSpPr>
        <p:spPr>
          <a:xfrm>
            <a:off x="1654408" y="4817776"/>
            <a:ext cx="72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55E01-A9B2-B2E3-EED3-C7C078F4D6B4}"/>
              </a:ext>
            </a:extLst>
          </p:cNvPr>
          <p:cNvSpPr txBox="1"/>
          <p:nvPr/>
        </p:nvSpPr>
        <p:spPr>
          <a:xfrm>
            <a:off x="3033816" y="5903166"/>
            <a:ext cx="95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E9563-D6B0-DDE6-8416-E5711491D942}"/>
              </a:ext>
            </a:extLst>
          </p:cNvPr>
          <p:cNvSpPr txBox="1"/>
          <p:nvPr/>
        </p:nvSpPr>
        <p:spPr>
          <a:xfrm>
            <a:off x="2594118" y="6350939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TIME OUT(2-MSL)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0A85A3-F3BF-037A-59E3-B8C449837161}"/>
              </a:ext>
            </a:extLst>
          </p:cNvPr>
          <p:cNvSpPr txBox="1"/>
          <p:nvPr/>
        </p:nvSpPr>
        <p:spPr>
          <a:xfrm>
            <a:off x="4038427" y="950126"/>
            <a:ext cx="157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passive-open/-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2E681-3C74-BEA7-FCED-DD2BF137E62E}"/>
              </a:ext>
            </a:extLst>
          </p:cNvPr>
          <p:cNvSpPr txBox="1"/>
          <p:nvPr/>
        </p:nvSpPr>
        <p:spPr>
          <a:xfrm>
            <a:off x="2922756" y="1218086"/>
            <a:ext cx="132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syn</a:t>
            </a:r>
            <a:r>
              <a:rPr lang="en-IN" dirty="0"/>
              <a:t>/</a:t>
            </a:r>
            <a:r>
              <a:rPr lang="en-IN" dirty="0" err="1"/>
              <a:t>syn+ack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6E6D7-249A-6136-3A3D-A90AFFB261B7}"/>
              </a:ext>
            </a:extLst>
          </p:cNvPr>
          <p:cNvSpPr txBox="1"/>
          <p:nvPr/>
        </p:nvSpPr>
        <p:spPr>
          <a:xfrm>
            <a:off x="3104876" y="2643239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4B874-94CA-AB05-92D8-379E4A351ADF}"/>
              </a:ext>
            </a:extLst>
          </p:cNvPr>
          <p:cNvSpPr txBox="1"/>
          <p:nvPr/>
        </p:nvSpPr>
        <p:spPr>
          <a:xfrm>
            <a:off x="7369823" y="3314414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fin/ack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C45B0-8F9C-85D5-4D1A-2FABBDA9F4EC}"/>
              </a:ext>
            </a:extLst>
          </p:cNvPr>
          <p:cNvSpPr txBox="1"/>
          <p:nvPr/>
        </p:nvSpPr>
        <p:spPr>
          <a:xfrm>
            <a:off x="8051651" y="47850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close/fin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99482F-BD8B-E3B5-981F-F8EECED0141B}"/>
              </a:ext>
            </a:extLst>
          </p:cNvPr>
          <p:cNvSpPr txBox="1"/>
          <p:nvPr/>
        </p:nvSpPr>
        <p:spPr>
          <a:xfrm>
            <a:off x="9881118" y="59435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ack/-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711601-AEAD-A809-8F83-C4A5458E02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8457" y="4457072"/>
            <a:ext cx="1253377" cy="11720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A1FDE4-7E7B-78F4-F8E3-9573FE5FD264}"/>
              </a:ext>
            </a:extLst>
          </p:cNvPr>
          <p:cNvSpPr txBox="1"/>
          <p:nvPr/>
        </p:nvSpPr>
        <p:spPr>
          <a:xfrm>
            <a:off x="3011053" y="4745378"/>
            <a:ext cx="1163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FIN+ACK/ACK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8FDC0-6575-74C8-FE5D-072E058E0CA0}"/>
              </a:ext>
            </a:extLst>
          </p:cNvPr>
          <p:cNvSpPr txBox="1"/>
          <p:nvPr/>
        </p:nvSpPr>
        <p:spPr>
          <a:xfrm>
            <a:off x="3087720" y="5054511"/>
            <a:ext cx="972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Three way</a:t>
            </a:r>
          </a:p>
          <a:p>
            <a:r>
              <a:rPr lang="en-IN" sz="1400" dirty="0"/>
              <a:t>handshake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5E86C9-F3BF-F45D-7533-86A7BA011953}"/>
              </a:ext>
            </a:extLst>
          </p:cNvPr>
          <p:cNvCxnSpPr>
            <a:stCxn id="8" idx="3"/>
          </p:cNvCxnSpPr>
          <p:nvPr/>
        </p:nvCxnSpPr>
        <p:spPr>
          <a:xfrm flipV="1">
            <a:off x="3052275" y="4198776"/>
            <a:ext cx="866969" cy="43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1E4CC90-78F2-4252-CB09-2A9F5007710A}"/>
              </a:ext>
            </a:extLst>
          </p:cNvPr>
          <p:cNvSpPr txBox="1"/>
          <p:nvPr/>
        </p:nvSpPr>
        <p:spPr>
          <a:xfrm>
            <a:off x="3102923" y="3898108"/>
            <a:ext cx="781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FIN/ACK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DE678E-0A01-59CF-7AD2-EFA71D15CC5E}"/>
              </a:ext>
            </a:extLst>
          </p:cNvPr>
          <p:cNvSpPr txBox="1"/>
          <p:nvPr/>
        </p:nvSpPr>
        <p:spPr>
          <a:xfrm>
            <a:off x="2968832" y="4175421"/>
            <a:ext cx="1056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Simultaneous</a:t>
            </a:r>
          </a:p>
          <a:p>
            <a:pPr algn="ctr"/>
            <a:r>
              <a:rPr lang="en-IN" sz="1200" dirty="0"/>
              <a:t>close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CE513C5-8A7C-7A3F-01DB-2EE76A18E1D1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4590757" y="4436510"/>
            <a:ext cx="41794" cy="12143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2C1063-8E8C-ED5F-B14A-614D5A1F5752}"/>
              </a:ext>
            </a:extLst>
          </p:cNvPr>
          <p:cNvSpPr txBox="1"/>
          <p:nvPr/>
        </p:nvSpPr>
        <p:spPr>
          <a:xfrm>
            <a:off x="4647086" y="4902881"/>
            <a:ext cx="600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ACK/-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9B81AC-E2EF-58B4-E050-EBE480D4BF70}"/>
              </a:ext>
            </a:extLst>
          </p:cNvPr>
          <p:cNvCxnSpPr>
            <a:stCxn id="5" idx="3"/>
          </p:cNvCxnSpPr>
          <p:nvPr/>
        </p:nvCxnSpPr>
        <p:spPr>
          <a:xfrm>
            <a:off x="9720553" y="2044667"/>
            <a:ext cx="1018982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CA697-1312-9A9A-6F71-F57E4D1F4699}"/>
              </a:ext>
            </a:extLst>
          </p:cNvPr>
          <p:cNvSpPr txBox="1"/>
          <p:nvPr/>
        </p:nvSpPr>
        <p:spPr>
          <a:xfrm>
            <a:off x="9724099" y="2053366"/>
            <a:ext cx="824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 or </a:t>
            </a:r>
          </a:p>
          <a:p>
            <a:pPr algn="ctr"/>
            <a:r>
              <a:rPr lang="en-IN" sz="1400" dirty="0"/>
              <a:t>time-out</a:t>
            </a:r>
          </a:p>
          <a:p>
            <a:pPr algn="ctr"/>
            <a:r>
              <a:rPr lang="en-IN" sz="1400" dirty="0"/>
              <a:t>Or</a:t>
            </a:r>
          </a:p>
          <a:p>
            <a:pPr algn="ctr"/>
            <a:r>
              <a:rPr lang="en-IN" sz="1400" dirty="0"/>
              <a:t>RST / -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9CD341C-DECF-2D85-C123-050B086E7AB7}"/>
              </a:ext>
            </a:extLst>
          </p:cNvPr>
          <p:cNvCxnSpPr/>
          <p:nvPr/>
        </p:nvCxnSpPr>
        <p:spPr>
          <a:xfrm rot="10800000">
            <a:off x="6433067" y="955124"/>
            <a:ext cx="2204040" cy="837518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B0104E-5F4C-298D-BFB7-1DDDD57373EC}"/>
              </a:ext>
            </a:extLst>
          </p:cNvPr>
          <p:cNvSpPr txBox="1"/>
          <p:nvPr/>
        </p:nvSpPr>
        <p:spPr>
          <a:xfrm>
            <a:off x="6746943" y="1011690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 -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5E1232-B086-1DDD-C1C7-C322A1277A25}"/>
              </a:ext>
            </a:extLst>
          </p:cNvPr>
          <p:cNvCxnSpPr/>
          <p:nvPr/>
        </p:nvCxnSpPr>
        <p:spPr>
          <a:xfrm flipV="1">
            <a:off x="6096000" y="950126"/>
            <a:ext cx="0" cy="394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309F204-AC68-5853-71E3-D19B6977CAA5}"/>
              </a:ext>
            </a:extLst>
          </p:cNvPr>
          <p:cNvSpPr txBox="1"/>
          <p:nvPr/>
        </p:nvSpPr>
        <p:spPr>
          <a:xfrm>
            <a:off x="6112411" y="1043152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8F3FEC7-7221-40A5-4BDD-6A525464314F}"/>
              </a:ext>
            </a:extLst>
          </p:cNvPr>
          <p:cNvCxnSpPr/>
          <p:nvPr/>
        </p:nvCxnSpPr>
        <p:spPr>
          <a:xfrm flipV="1">
            <a:off x="3071140" y="1716833"/>
            <a:ext cx="2046895" cy="214604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8F3C22B-0447-7E9E-6AEE-F451F186E21A}"/>
              </a:ext>
            </a:extLst>
          </p:cNvPr>
          <p:cNvSpPr txBox="1"/>
          <p:nvPr/>
        </p:nvSpPr>
        <p:spPr>
          <a:xfrm>
            <a:off x="4126764" y="1673519"/>
            <a:ext cx="53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r>
              <a:rPr lang="en-IN" sz="1400" dirty="0"/>
              <a:t>/ -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1427ADB-C103-6D9F-A560-136E6AF1A8B5}"/>
              </a:ext>
            </a:extLst>
          </p:cNvPr>
          <p:cNvCxnSpPr>
            <a:stCxn id="7" idx="1"/>
          </p:cNvCxnSpPr>
          <p:nvPr/>
        </p:nvCxnSpPr>
        <p:spPr>
          <a:xfrm flipH="1">
            <a:off x="457200" y="2044667"/>
            <a:ext cx="1252050" cy="17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0670AA6-7FDC-703F-B4F4-1BAC643E2CDD}"/>
              </a:ext>
            </a:extLst>
          </p:cNvPr>
          <p:cNvSpPr txBox="1"/>
          <p:nvPr/>
        </p:nvSpPr>
        <p:spPr>
          <a:xfrm>
            <a:off x="585536" y="2062065"/>
            <a:ext cx="1067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timeout/ </a:t>
            </a:r>
            <a:r>
              <a:rPr lang="en-IN" sz="1400" dirty="0" err="1"/>
              <a:t>rst</a:t>
            </a:r>
            <a:endParaRPr lang="en-IN" sz="1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82CBA91-6AD7-1CA1-3606-E2001278E26F}"/>
              </a:ext>
            </a:extLst>
          </p:cNvPr>
          <p:cNvCxnSpPr/>
          <p:nvPr/>
        </p:nvCxnSpPr>
        <p:spPr>
          <a:xfrm>
            <a:off x="1875453" y="2278028"/>
            <a:ext cx="0" cy="16917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95335EA-7A81-8390-208F-7EADE6E2646A}"/>
              </a:ext>
            </a:extLst>
          </p:cNvPr>
          <p:cNvSpPr txBox="1"/>
          <p:nvPr/>
        </p:nvSpPr>
        <p:spPr>
          <a:xfrm>
            <a:off x="987069" y="2921942"/>
            <a:ext cx="888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Close/FIN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199877A-2DDB-4A00-8111-638D62656A41}"/>
              </a:ext>
            </a:extLst>
          </p:cNvPr>
          <p:cNvCxnSpPr/>
          <p:nvPr/>
        </p:nvCxnSpPr>
        <p:spPr>
          <a:xfrm>
            <a:off x="3033816" y="2164702"/>
            <a:ext cx="53437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E8C25D9-CF9B-00AD-AAAB-608CA7C64432}"/>
              </a:ext>
            </a:extLst>
          </p:cNvPr>
          <p:cNvSpPr txBox="1"/>
          <p:nvPr/>
        </p:nvSpPr>
        <p:spPr>
          <a:xfrm>
            <a:off x="4902129" y="1844652"/>
            <a:ext cx="2022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SYN/SYN+ACK</a:t>
            </a:r>
          </a:p>
          <a:p>
            <a:pPr algn="ctr"/>
            <a:r>
              <a:rPr lang="en-IN" dirty="0"/>
              <a:t>Simultaneous Open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86CCB28-A0B9-1290-8A19-DD59D52F7996}"/>
              </a:ext>
            </a:extLst>
          </p:cNvPr>
          <p:cNvCxnSpPr>
            <a:cxnSpLocks/>
          </p:cNvCxnSpPr>
          <p:nvPr/>
        </p:nvCxnSpPr>
        <p:spPr>
          <a:xfrm>
            <a:off x="5789548" y="0"/>
            <a:ext cx="0" cy="50706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CA1617A-AEAB-EA6F-61B8-135C28184026}"/>
              </a:ext>
            </a:extLst>
          </p:cNvPr>
          <p:cNvSpPr txBox="1"/>
          <p:nvPr/>
        </p:nvSpPr>
        <p:spPr>
          <a:xfrm>
            <a:off x="5789547" y="68865"/>
            <a:ext cx="751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D03E1D-AAB6-E293-17ED-05F14F5001D8}"/>
              </a:ext>
            </a:extLst>
          </p:cNvPr>
          <p:cNvSpPr txBox="1"/>
          <p:nvPr/>
        </p:nvSpPr>
        <p:spPr>
          <a:xfrm>
            <a:off x="5065045" y="3430461"/>
            <a:ext cx="168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TRANSFER</a:t>
            </a:r>
          </a:p>
        </p:txBody>
      </p:sp>
    </p:spTree>
    <p:extLst>
      <p:ext uri="{BB962C8B-B14F-4D97-AF65-F5344CB8AC3E}">
        <p14:creationId xmlns:p14="http://schemas.microsoft.com/office/powerpoint/2010/main" val="411426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1860</Words>
  <Application>Microsoft Office PowerPoint</Application>
  <PresentationFormat>Widescreen</PresentationFormat>
  <Paragraphs>701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CHETANKUMAR KAMANI</dc:creator>
  <cp:lastModifiedBy>CHETANKUMAR KAMANI</cp:lastModifiedBy>
  <cp:revision>3</cp:revision>
  <dcterms:created xsi:type="dcterms:W3CDTF">2023-10-24T17:03:51Z</dcterms:created>
  <dcterms:modified xsi:type="dcterms:W3CDTF">2023-11-26T13:58:46Z</dcterms:modified>
</cp:coreProperties>
</file>