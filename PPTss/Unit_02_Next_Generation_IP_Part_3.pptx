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7" r:id="rId15"/>
    <p:sldId id="328" r:id="rId16"/>
    <p:sldId id="329" r:id="rId17"/>
    <p:sldId id="330" r:id="rId18"/>
    <p:sldId id="314" r:id="rId19"/>
    <p:sldId id="305" r:id="rId20"/>
    <p:sldId id="304" r:id="rId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1" autoAdjust="0"/>
  </p:normalViewPr>
  <p:slideViewPr>
    <p:cSldViewPr>
      <p:cViewPr>
        <p:scale>
          <a:sx n="75" d="100"/>
          <a:sy n="75" d="100"/>
        </p:scale>
        <p:origin x="883" y="12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2" d="100"/>
          <a:sy n="62" d="100"/>
        </p:scale>
        <p:origin x="2371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By: Mr. Chetan C. Kamani, Lecturer computer department, GP, Jamnagar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4259" y="1754628"/>
            <a:ext cx="9144000" cy="2667000"/>
          </a:xfrm>
        </p:spPr>
        <p:txBody>
          <a:bodyPr/>
          <a:lstStyle/>
          <a:p>
            <a:pPr algn="ctr"/>
            <a:r>
              <a:rPr lang="en-US" sz="4000" dirty="0"/>
              <a:t>Advanced Computer Network </a:t>
            </a:r>
            <a:br>
              <a:rPr lang="en-US" sz="4000" dirty="0"/>
            </a:br>
            <a:r>
              <a:rPr lang="en-US" sz="4000" dirty="0"/>
              <a:t>(4350706)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Unit-2</a:t>
            </a:r>
            <a:br>
              <a:rPr lang="en-US" sz="4000" dirty="0"/>
            </a:br>
            <a:r>
              <a:rPr lang="en-US" sz="4000" dirty="0"/>
              <a:t>Next Generation 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Prepared By : </a:t>
            </a:r>
          </a:p>
          <a:p>
            <a:pPr>
              <a:lnSpc>
                <a:spcPct val="120000"/>
              </a:lnSpc>
            </a:pPr>
            <a:r>
              <a:rPr lang="en-US" dirty="0"/>
              <a:t>Mr. Chetan C. Kamani</a:t>
            </a:r>
          </a:p>
          <a:p>
            <a:pPr>
              <a:lnSpc>
                <a:spcPct val="120000"/>
              </a:lnSpc>
            </a:pPr>
            <a:r>
              <a:rPr lang="en-US" dirty="0"/>
              <a:t>Lecturer, Computer Engineering Department</a:t>
            </a:r>
          </a:p>
          <a:p>
            <a:pPr>
              <a:lnSpc>
                <a:spcPct val="120000"/>
              </a:lnSpc>
            </a:pPr>
            <a:r>
              <a:rPr lang="en-US" dirty="0"/>
              <a:t>Government Polytechnic, Jamnagar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discussed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ICMPv6 Protocol</a:t>
            </a:r>
          </a:p>
          <a:p>
            <a:r>
              <a:rPr lang="en-US" dirty="0"/>
              <a:t>ICMPv6 Messages</a:t>
            </a:r>
          </a:p>
          <a:p>
            <a:pPr lvl="1"/>
            <a:r>
              <a:rPr lang="en-US" dirty="0"/>
              <a:t>Error-reporting messages</a:t>
            </a:r>
          </a:p>
          <a:p>
            <a:pPr lvl="1"/>
            <a:r>
              <a:rPr lang="en-US" dirty="0"/>
              <a:t>Informational messages</a:t>
            </a:r>
          </a:p>
          <a:p>
            <a:pPr lvl="1"/>
            <a:r>
              <a:rPr lang="en-US" dirty="0"/>
              <a:t>Neighbor Discovery Messages</a:t>
            </a:r>
          </a:p>
          <a:p>
            <a:pPr lvl="1"/>
            <a:r>
              <a:rPr lang="en-US" dirty="0"/>
              <a:t>Group Membership Messages</a:t>
            </a:r>
          </a:p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ICMPv6 Protocol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This new version, Internet Control Message Protocol version 6 (ICMPv6), follows the same strategy and purposes of version 4. </a:t>
            </a:r>
          </a:p>
          <a:p>
            <a:r>
              <a:rPr lang="en-IN" dirty="0"/>
              <a:t>ICMPv6, however, is more complicated than ICMPv4: some protocols that were independent in version 4 are now part of ICMPv6 and some new messages have been added to make it more useful. </a:t>
            </a:r>
          </a:p>
          <a:p>
            <a:r>
              <a:rPr lang="en-IN" dirty="0"/>
              <a:t>Following Figures compares the network layer of version 4 to that of version 6. The ICMP, ARP, and IGMP protocols in version 4 are combined into one single protocol, ICMPv6.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1E929-1582-59D3-3CD9-B45438E191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62" t="45211" r="11697" b="34150"/>
          <a:stretch/>
        </p:blipFill>
        <p:spPr bwMode="auto">
          <a:xfrm>
            <a:off x="2408750" y="5103503"/>
            <a:ext cx="7699875" cy="11829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0194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ICMPv6 Messages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D38103-B0BD-1D5D-3BC4-548DC533E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525" t="49896" r="17794" b="18353"/>
          <a:stretch/>
        </p:blipFill>
        <p:spPr bwMode="auto">
          <a:xfrm>
            <a:off x="1522413" y="2724389"/>
            <a:ext cx="9144000" cy="2628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7515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Reporting Messages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Four types of errors are handled using different types of error-reporting messages: </a:t>
            </a:r>
          </a:p>
          <a:p>
            <a:pPr lvl="1"/>
            <a:r>
              <a:rPr lang="en-IN" dirty="0"/>
              <a:t>destination unreachable, </a:t>
            </a:r>
          </a:p>
          <a:p>
            <a:pPr lvl="1"/>
            <a:r>
              <a:rPr lang="en-IN" dirty="0"/>
              <a:t>packet-too-Big, </a:t>
            </a:r>
          </a:p>
          <a:p>
            <a:pPr lvl="1"/>
            <a:r>
              <a:rPr lang="en-IN" dirty="0"/>
              <a:t>time exceeded, </a:t>
            </a:r>
          </a:p>
          <a:p>
            <a:pPr lvl="1"/>
            <a:r>
              <a:rPr lang="en-IN" dirty="0"/>
              <a:t>and parameter problems. </a:t>
            </a:r>
          </a:p>
          <a:p>
            <a:endParaRPr lang="en-IN" dirty="0"/>
          </a:p>
          <a:p>
            <a:r>
              <a:rPr lang="en-IN" strike="sngStrike" dirty="0">
                <a:solidFill>
                  <a:srgbClr val="FFFF00"/>
                </a:solidFill>
              </a:rPr>
              <a:t>Source Quench and Redirection message</a:t>
            </a:r>
          </a:p>
        </p:txBody>
      </p:sp>
    </p:spTree>
    <p:extLst>
      <p:ext uri="{BB962C8B-B14F-4D97-AF65-F5344CB8AC3E}">
        <p14:creationId xmlns:p14="http://schemas.microsoft.com/office/powerpoint/2010/main" val="2065740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Informational Messages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of the ICMPv6 messages can be categorized as informational messages: </a:t>
            </a:r>
          </a:p>
          <a:p>
            <a:pPr lvl="1"/>
            <a:r>
              <a:rPr lang="en-IN" dirty="0"/>
              <a:t>echo request </a:t>
            </a:r>
          </a:p>
          <a:p>
            <a:pPr lvl="1"/>
            <a:r>
              <a:rPr lang="en-IN" dirty="0"/>
              <a:t>and echo reply messages. </a:t>
            </a:r>
          </a:p>
        </p:txBody>
      </p:sp>
    </p:spTree>
    <p:extLst>
      <p:ext uri="{BB962C8B-B14F-4D97-AF65-F5344CB8AC3E}">
        <p14:creationId xmlns:p14="http://schemas.microsoft.com/office/powerpoint/2010/main" val="2372018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Neighbour</a:t>
            </a:r>
            <a:r>
              <a:rPr lang="en-US" dirty="0"/>
              <a:t> Discovery Message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7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Several messages in ICMPv4 have been redefined in ICMPv6 to handle the issue of </a:t>
            </a:r>
            <a:r>
              <a:rPr lang="en-IN" dirty="0" err="1"/>
              <a:t>neighbor</a:t>
            </a:r>
            <a:r>
              <a:rPr lang="en-IN" dirty="0"/>
              <a:t> discovery. Some new messages have also been added to provide extension. </a:t>
            </a:r>
          </a:p>
          <a:p>
            <a:r>
              <a:rPr lang="en-IN" dirty="0"/>
              <a:t>The most important issue is the definition of two new protocols that clearly define the functionality of these group messages: </a:t>
            </a:r>
          </a:p>
          <a:p>
            <a:pPr lvl="1"/>
            <a:r>
              <a:rPr lang="en-IN" dirty="0"/>
              <a:t>The </a:t>
            </a:r>
            <a:r>
              <a:rPr lang="en-IN" dirty="0" err="1"/>
              <a:t>Neighbor</a:t>
            </a:r>
            <a:r>
              <a:rPr lang="en-IN" dirty="0"/>
              <a:t>-Discovery (ND) protocol </a:t>
            </a:r>
          </a:p>
          <a:p>
            <a:pPr lvl="1"/>
            <a:r>
              <a:rPr lang="en-IN" dirty="0"/>
              <a:t>The Inverse-</a:t>
            </a:r>
            <a:r>
              <a:rPr lang="en-IN" dirty="0" err="1"/>
              <a:t>Neighbor</a:t>
            </a:r>
            <a:r>
              <a:rPr lang="en-IN" dirty="0"/>
              <a:t>-Discovery (IND) protocol.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028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Neighbour</a:t>
            </a:r>
            <a:r>
              <a:rPr lang="en-US" dirty="0"/>
              <a:t> Discovery Message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8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These two protocols are used by nodes (hosts or routers) on the same link (network) for three main purposes: </a:t>
            </a:r>
          </a:p>
          <a:p>
            <a:pPr lvl="1"/>
            <a:r>
              <a:rPr lang="en-IN" dirty="0"/>
              <a:t>Hosts use the ND protocol to find routers in the </a:t>
            </a:r>
            <a:r>
              <a:rPr lang="en-IN" dirty="0" err="1"/>
              <a:t>neighborhood</a:t>
            </a:r>
            <a:r>
              <a:rPr lang="en-IN" dirty="0"/>
              <a:t> that will forward packets for them. </a:t>
            </a:r>
          </a:p>
          <a:p>
            <a:pPr lvl="1"/>
            <a:r>
              <a:rPr lang="en-IN" dirty="0"/>
              <a:t>Nodes use the ND protocol to find the link-layer addresses of </a:t>
            </a:r>
            <a:r>
              <a:rPr lang="en-IN" dirty="0" err="1"/>
              <a:t>neighbors</a:t>
            </a:r>
            <a:r>
              <a:rPr lang="en-IN" dirty="0"/>
              <a:t> (nodes attached to the same network). </a:t>
            </a:r>
          </a:p>
          <a:p>
            <a:pPr lvl="1"/>
            <a:r>
              <a:rPr lang="en-IN" dirty="0"/>
              <a:t>Nodes use the IND protocol to find the IPv6 addresses of </a:t>
            </a:r>
            <a:r>
              <a:rPr lang="en-IN" dirty="0" err="1"/>
              <a:t>neighbors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522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Neighbour</a:t>
            </a:r>
            <a:r>
              <a:rPr lang="en-US" dirty="0"/>
              <a:t> Discovery Message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9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Router-Solicitation Message</a:t>
            </a:r>
          </a:p>
          <a:p>
            <a:r>
              <a:rPr lang="en-IN" dirty="0"/>
              <a:t>Router-Advertisement Message</a:t>
            </a:r>
          </a:p>
          <a:p>
            <a:r>
              <a:rPr lang="en-IN" dirty="0" err="1"/>
              <a:t>Neighbor</a:t>
            </a:r>
            <a:r>
              <a:rPr lang="en-IN" dirty="0"/>
              <a:t>-Solicitation Message</a:t>
            </a:r>
          </a:p>
          <a:p>
            <a:r>
              <a:rPr lang="en-IN" dirty="0" err="1"/>
              <a:t>Neighbor</a:t>
            </a:r>
            <a:r>
              <a:rPr lang="en-IN" dirty="0"/>
              <a:t>-Advertisement Message</a:t>
            </a:r>
          </a:p>
          <a:p>
            <a:r>
              <a:rPr lang="en-IN" dirty="0"/>
              <a:t>Redirection Message</a:t>
            </a:r>
          </a:p>
          <a:p>
            <a:r>
              <a:rPr lang="en-IN" dirty="0"/>
              <a:t>Inverse-</a:t>
            </a:r>
            <a:r>
              <a:rPr lang="en-IN" dirty="0" err="1"/>
              <a:t>Neighbor</a:t>
            </a:r>
            <a:r>
              <a:rPr lang="en-IN" dirty="0"/>
              <a:t>-Solicitation Message</a:t>
            </a:r>
          </a:p>
          <a:p>
            <a:r>
              <a:rPr lang="en-IN" dirty="0"/>
              <a:t>Inverse-</a:t>
            </a:r>
            <a:r>
              <a:rPr lang="en-IN" dirty="0" err="1"/>
              <a:t>Neighbor</a:t>
            </a:r>
            <a:r>
              <a:rPr lang="en-IN" dirty="0"/>
              <a:t>-Advertisement Message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780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Membership Messages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management of multicast delivery handling in IPv4 is given to the IGMPv3 protocol.</a:t>
            </a:r>
          </a:p>
          <a:p>
            <a:r>
              <a:rPr lang="en-IN" dirty="0"/>
              <a:t>In IPv6, this responsibility is given to the </a:t>
            </a:r>
            <a:r>
              <a:rPr lang="en-IN" b="1" dirty="0"/>
              <a:t>Multicast Listener Delivery protocol. </a:t>
            </a:r>
          </a:p>
          <a:p>
            <a:r>
              <a:rPr lang="en-IN" dirty="0"/>
              <a:t>MLDv1 is the counterpart to IGMPv2; MLDv2 is the counterpart to IGMPv3. </a:t>
            </a:r>
          </a:p>
          <a:p>
            <a:r>
              <a:rPr lang="en-IN" dirty="0"/>
              <a:t>MLDv2 has two types of messages:</a:t>
            </a:r>
          </a:p>
          <a:p>
            <a:pPr lvl="1"/>
            <a:r>
              <a:rPr lang="en-IN" dirty="0"/>
              <a:t> membership-query message </a:t>
            </a:r>
          </a:p>
          <a:p>
            <a:pPr lvl="1"/>
            <a:r>
              <a:rPr lang="en-IN" dirty="0"/>
              <a:t>and membership-report message.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717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Membership Messages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11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Membership Query Message</a:t>
            </a:r>
          </a:p>
          <a:p>
            <a:pPr lvl="1"/>
            <a:r>
              <a:rPr lang="en-IN" dirty="0"/>
              <a:t>A membership-query message is sent by a router to find active group members in the network. </a:t>
            </a:r>
          </a:p>
          <a:p>
            <a:r>
              <a:rPr lang="en-IN" dirty="0"/>
              <a:t>Membership Report Message</a:t>
            </a:r>
          </a:p>
          <a:p>
            <a:pPr lvl="1"/>
            <a:r>
              <a:rPr lang="en-IN" dirty="0"/>
              <a:t>A membership report message in ICMPv6 is used by a node to inform routers that it is a member of a particular multicast group. </a:t>
            </a:r>
          </a:p>
          <a:p>
            <a:pPr lvl="1"/>
            <a:r>
              <a:rPr lang="en-IN" dirty="0"/>
              <a:t>This allows routers to build and maintain multicast routing tables.</a:t>
            </a:r>
          </a:p>
        </p:txBody>
      </p:sp>
    </p:spTree>
    <p:extLst>
      <p:ext uri="{BB962C8B-B14F-4D97-AF65-F5344CB8AC3E}">
        <p14:creationId xmlns:p14="http://schemas.microsoft.com/office/powerpoint/2010/main" val="3111769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Although we have a new version of the IP protocol, how can we make the transition to stop using IPv4 and start using IPv6? The first solution that comes to mind is to define a transition day on which every host or router should stop using the old version and start using the new version. </a:t>
            </a:r>
          </a:p>
          <a:p>
            <a:r>
              <a:rPr lang="en-IN" dirty="0"/>
              <a:t>However, this is not practical; because of the huge number of systems in the Internet, the transition from IPv4 to IPv6 cannot happen suddenly. It will take a considerable amount of time before every system in the Internet can move from IPv4 to IPv6. The transition must be smooth to prevent any problems between IPv4 and IPv6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569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Three strategies have been devised for transition: </a:t>
            </a:r>
          </a:p>
          <a:p>
            <a:pPr lvl="1"/>
            <a:r>
              <a:rPr lang="en-IN" sz="2800" dirty="0"/>
              <a:t>Dual stack </a:t>
            </a:r>
          </a:p>
          <a:p>
            <a:pPr lvl="1"/>
            <a:r>
              <a:rPr lang="en-IN" sz="2800" dirty="0" err="1"/>
              <a:t>Tunneling</a:t>
            </a:r>
            <a:endParaRPr lang="en-IN" sz="2800" dirty="0"/>
          </a:p>
          <a:p>
            <a:pPr lvl="1"/>
            <a:r>
              <a:rPr lang="en-IN" sz="2800" dirty="0"/>
              <a:t>Header translation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3991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Prepared By: Mr. Chetan C. Kamani, Lecturer computer department, GP, Jamnagar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200" dirty="0"/>
              <a:t>Dual Stack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r>
              <a:rPr lang="en-IN" sz="2000" dirty="0"/>
              <a:t>To determine which version to use when sending a packet to a destination, the source host queries the DNS. </a:t>
            </a:r>
          </a:p>
          <a:p>
            <a:r>
              <a:rPr lang="en-IN" sz="2000" dirty="0"/>
              <a:t>If the DNS returns an IPv4 address, the source host sends an IPv4 packet. </a:t>
            </a:r>
          </a:p>
          <a:p>
            <a:r>
              <a:rPr lang="en-IN" sz="2000" dirty="0"/>
              <a:t>If the DNS returns an IPv6 address, the source host sends an IPv6 packet.</a:t>
            </a:r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DBDA8-AFC1-DC55-1916-3C928B873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56" t="34370" r="11368" b="35933"/>
          <a:stretch/>
        </p:blipFill>
        <p:spPr bwMode="auto">
          <a:xfrm>
            <a:off x="2258767" y="2348880"/>
            <a:ext cx="7671289" cy="18428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32158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Prepared By: Mr. Chetan C. Kamani, Lecturer computer department, GP, Jamnagar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Tunnelling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AF63A-0CBB-C22C-A9DB-BA26540A4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47" t="29864" r="13139" b="29426"/>
          <a:stretch/>
        </p:blipFill>
        <p:spPr bwMode="auto">
          <a:xfrm>
            <a:off x="2717403" y="2782137"/>
            <a:ext cx="6754018" cy="21319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77739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IPv4 to IPv6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Prepared By: Mr. Chetan C. Kamani, Lecturer computer department, GP, Jamnagar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Header Translation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035F5-F029-0D7C-E87F-63B2DCBB2A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38" t="34369" r="12963" b="31595"/>
          <a:stretch/>
        </p:blipFill>
        <p:spPr bwMode="auto">
          <a:xfrm>
            <a:off x="1537799" y="2996952"/>
            <a:ext cx="8688896" cy="22640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8610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IP addresses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17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Prepared By: Mr. Chetan C. Kamani, Lecturer computer department, GP, Jamnagar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46869-9F7C-CFF0-CBB7-ACCA6888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During the transition a host may need to use two addresses, IPv4 and IPv6. </a:t>
            </a:r>
          </a:p>
          <a:p>
            <a:r>
              <a:rPr lang="en-IN" sz="2800" dirty="0"/>
              <a:t>When the transition is complete, IPv4 addresses should disappear. </a:t>
            </a:r>
          </a:p>
          <a:p>
            <a:r>
              <a:rPr lang="en-IN" sz="2800" dirty="0"/>
              <a:t>The DNS servers need to be ready to map a host name to either address type during the transition, but the IPv4 directory will disappear after all hosts in the world have migrated to IPv6.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346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dirty="0"/>
              <a:t>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A3775-B893-A4D3-E887-87224DE4F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1700808"/>
            <a:ext cx="9828582" cy="4548336"/>
          </a:xfrm>
        </p:spPr>
        <p:txBody>
          <a:bodyPr>
            <a:normAutofit/>
          </a:bodyPr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B7F0-FAD0-1A34-FDC1-5E3F881A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D850-8E54-66EB-261F-98C6024F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</a:p>
        </p:txBody>
      </p:sp>
    </p:spTree>
    <p:extLst>
      <p:ext uri="{BB962C8B-B14F-4D97-AF65-F5344CB8AC3E}">
        <p14:creationId xmlns:p14="http://schemas.microsoft.com/office/powerpoint/2010/main" val="329636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EA67-3E49-4E7D-7A98-16AF0A7A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34CA-3057-3B29-235C-391804E5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972598" cy="4267200"/>
          </a:xfrm>
        </p:spPr>
        <p:txBody>
          <a:bodyPr/>
          <a:lstStyle/>
          <a:p>
            <a:r>
              <a:rPr lang="en-IN" dirty="0"/>
              <a:t>Data Communication and Networking, Fifth Edition, BEHROUZ A. FOROUZAN</a:t>
            </a:r>
          </a:p>
          <a:p>
            <a:r>
              <a:rPr lang="en-IN" dirty="0"/>
              <a:t>Data Communication and Networking, Fourth Edition, BEHROUZAN A. FOROUZA</a:t>
            </a:r>
          </a:p>
          <a:p>
            <a:r>
              <a:rPr lang="en-IN" dirty="0"/>
              <a:t>https://www.geeksforgeeks.org/introduction-of-classful-ip-addressing/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B7138-204E-E4B0-95AD-9C0A1E5E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CB0E-E2D9-6205-4A43-3F8B6BE7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21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447610-DBBD-DB92-3D84-C72F837108B4}"/>
              </a:ext>
            </a:extLst>
          </p:cNvPr>
          <p:cNvSpPr/>
          <p:nvPr/>
        </p:nvSpPr>
        <p:spPr>
          <a:xfrm>
            <a:off x="3043046" y="2852936"/>
            <a:ext cx="610273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E38C1-8290-85FE-30CB-97B4DF97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58446-4D58-3800-90DD-01829CC0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</a:p>
        </p:txBody>
      </p:sp>
    </p:spTree>
    <p:extLst>
      <p:ext uri="{BB962C8B-B14F-4D97-AF65-F5344CB8AC3E}">
        <p14:creationId xmlns:p14="http://schemas.microsoft.com/office/powerpoint/2010/main" val="218193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808</TotalTime>
  <Words>1157</Words>
  <Application>Microsoft Office PowerPoint</Application>
  <PresentationFormat>Custom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Corbel</vt:lpstr>
      <vt:lpstr>Chalkboard 16x9</vt:lpstr>
      <vt:lpstr>Advanced Computer Network  (4350706)  Unit-2 Next Generation IP</vt:lpstr>
      <vt:lpstr>Topics to be discussed</vt:lpstr>
      <vt:lpstr>The ICMPv6 Protocol</vt:lpstr>
      <vt:lpstr>ICMPv6 Messages</vt:lpstr>
      <vt:lpstr>Error Reporting Messages</vt:lpstr>
      <vt:lpstr>Informational Messages</vt:lpstr>
      <vt:lpstr>Neighbour Discovery Message</vt:lpstr>
      <vt:lpstr>Neighbour Discovery Message</vt:lpstr>
      <vt:lpstr>Neighbour Discovery Message</vt:lpstr>
      <vt:lpstr>Group Membership Messages</vt:lpstr>
      <vt:lpstr>Group Membership Messages</vt:lpstr>
      <vt:lpstr>Transition from IPv4 to IPv6</vt:lpstr>
      <vt:lpstr>Transition from IPv4 to IPv6</vt:lpstr>
      <vt:lpstr>Transition from IPv4 to IPv6</vt:lpstr>
      <vt:lpstr>Transition from IPv4 to IPv6</vt:lpstr>
      <vt:lpstr>Transition from IPv4 to IPv6</vt:lpstr>
      <vt:lpstr>Use of IP addresses</vt:lpstr>
      <vt:lpstr>Questions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Network  (4350706)  Unit-1 Network Layer Protocols</dc:title>
  <dc:creator>CHETANKUMAR KAMANI</dc:creator>
  <cp:lastModifiedBy>CHETANKUMAR KAMANI</cp:lastModifiedBy>
  <cp:revision>16</cp:revision>
  <dcterms:created xsi:type="dcterms:W3CDTF">2023-08-27T07:27:45Z</dcterms:created>
  <dcterms:modified xsi:type="dcterms:W3CDTF">2023-09-26T09:24:37Z</dcterms:modified>
</cp:coreProperties>
</file>