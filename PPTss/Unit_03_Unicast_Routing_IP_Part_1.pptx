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315" r:id="rId4"/>
    <p:sldId id="316" r:id="rId5"/>
    <p:sldId id="317" r:id="rId6"/>
    <p:sldId id="318" r:id="rId7"/>
    <p:sldId id="319" r:id="rId8"/>
    <p:sldId id="314" r:id="rId9"/>
    <p:sldId id="305" r:id="rId10"/>
    <p:sldId id="304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41" autoAdjust="0"/>
  </p:normalViewPr>
  <p:slideViewPr>
    <p:cSldViewPr>
      <p:cViewPr varScale="1">
        <p:scale>
          <a:sx n="78" d="100"/>
          <a:sy n="78" d="100"/>
        </p:scale>
        <p:origin x="787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2" d="100"/>
          <a:sy n="62" d="100"/>
        </p:scale>
        <p:origin x="2371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9/29/2023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9/29/2023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Prepared By: Mr. Chetan C. Kamani, Lecturer computer department, GP, Jamnagar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4259" y="1754628"/>
            <a:ext cx="9144000" cy="2667000"/>
          </a:xfrm>
        </p:spPr>
        <p:txBody>
          <a:bodyPr/>
          <a:lstStyle/>
          <a:p>
            <a:pPr algn="ctr"/>
            <a:r>
              <a:rPr lang="en-US" sz="4000" dirty="0"/>
              <a:t>Advanced Computer Network </a:t>
            </a:r>
            <a:br>
              <a:rPr lang="en-US" sz="4000" dirty="0"/>
            </a:br>
            <a:r>
              <a:rPr lang="en-US" sz="4000" dirty="0"/>
              <a:t>(4350706)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Unit-3</a:t>
            </a:r>
            <a:br>
              <a:rPr lang="en-US" sz="4000" dirty="0"/>
            </a:br>
            <a:r>
              <a:rPr lang="en-US" sz="4000" dirty="0"/>
              <a:t>Unicast Routing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Prepared By : </a:t>
            </a:r>
          </a:p>
          <a:p>
            <a:pPr>
              <a:lnSpc>
                <a:spcPct val="120000"/>
              </a:lnSpc>
            </a:pPr>
            <a:r>
              <a:rPr lang="en-US" dirty="0"/>
              <a:t>Mr. Chetan C. Kamani</a:t>
            </a:r>
          </a:p>
          <a:p>
            <a:pPr>
              <a:lnSpc>
                <a:spcPct val="120000"/>
              </a:lnSpc>
            </a:pPr>
            <a:r>
              <a:rPr lang="en-US" dirty="0"/>
              <a:t>Lecturer, Computer Engineering Department</a:t>
            </a:r>
          </a:p>
          <a:p>
            <a:pPr>
              <a:lnSpc>
                <a:spcPct val="120000"/>
              </a:lnSpc>
            </a:pPr>
            <a:r>
              <a:rPr lang="en-US" dirty="0"/>
              <a:t>Government Polytechnic, Jamnagar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discussed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Optimization</a:t>
            </a:r>
          </a:p>
          <a:p>
            <a:r>
              <a:rPr lang="en-US" dirty="0"/>
              <a:t>Intra and Interdomain routing protocol.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routing table can be either static or dynamic.</a:t>
            </a:r>
          </a:p>
          <a:p>
            <a:r>
              <a:rPr lang="en-US" dirty="0"/>
              <a:t>A static table is one with manual entries.</a:t>
            </a:r>
          </a:p>
          <a:p>
            <a:r>
              <a:rPr lang="en-US" dirty="0"/>
              <a:t>A dynamic table, on the other hand is one that is updated automatically when there is a change somewhere in the internet.</a:t>
            </a:r>
          </a:p>
          <a:p>
            <a:r>
              <a:rPr lang="en-US" dirty="0"/>
              <a:t>Today, an internet needs dynamic routing dynamic routing tables. </a:t>
            </a:r>
          </a:p>
          <a:p>
            <a:r>
              <a:rPr lang="en-US" dirty="0"/>
              <a:t>The tables need to be updated when a router is down, and they need to be updated whenever a better route has been found.</a:t>
            </a:r>
          </a:p>
          <a:p>
            <a:r>
              <a:rPr lang="en-US" dirty="0"/>
              <a:t>Routing protocols have been created in response to the demand for dynamic routing tables.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928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routing protocol is a combination of rules and procedures that lets routers in the internet inform each other of changes.</a:t>
            </a:r>
          </a:p>
          <a:p>
            <a:r>
              <a:rPr lang="en-US" dirty="0"/>
              <a:t>It allows routers to share whatever they know about the internet or their neighborhood. </a:t>
            </a:r>
          </a:p>
          <a:p>
            <a:r>
              <a:rPr lang="en-US" dirty="0"/>
              <a:t>The sharing of information allows a router in San Francisco to know about the failure of network in Texas.</a:t>
            </a:r>
          </a:p>
          <a:p>
            <a:r>
              <a:rPr lang="en-US" dirty="0"/>
              <a:t>The routing protocols also include procedures for combining information received from other routers.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775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router receives a packet from a network and passes it to another network. </a:t>
            </a:r>
          </a:p>
          <a:p>
            <a:r>
              <a:rPr lang="en-US" dirty="0"/>
              <a:t>A router usually attached to several networks.</a:t>
            </a:r>
          </a:p>
          <a:p>
            <a:r>
              <a:rPr lang="en-US" dirty="0"/>
              <a:t>When it receives a packet, to which network should it pass the packet? The decision is based on optimization: Which of the available pathways is optimum pathway? What is the definition of the term optimum?</a:t>
            </a:r>
          </a:p>
          <a:p>
            <a:r>
              <a:rPr lang="en-US" dirty="0"/>
              <a:t>One approach is to assign a cost for passing through a network. We call this cost a metric.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844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However, the metric assigned to each network depends on the type of protocol.</a:t>
            </a:r>
          </a:p>
          <a:p>
            <a:r>
              <a:rPr lang="en-US" dirty="0"/>
              <a:t>Some simple protocols, such as Routing Information Protocol (RIP), treat all network as equals. The cost of passing through a network is the same; it is one hop count. So if a packet passes through 10 networks to reach the destination, the total cost is 10 hop counts.</a:t>
            </a:r>
          </a:p>
          <a:p>
            <a:r>
              <a:rPr lang="en-US" dirty="0"/>
              <a:t>Other protocols, such as Open shortest path first(OSPF), allow the administrator to assign a cost for passing through a network based on the type of service required. A route through a network can have different costs(metrics). </a:t>
            </a:r>
          </a:p>
          <a:p>
            <a:r>
              <a:rPr lang="en-US" dirty="0"/>
              <a:t>Other protocols define the metric in a totally different way. In the Border Gateway Protocol (BGP), the criterion is the policy, which can be set by administrator. The policy define what paths should be chosen.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02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Intra- and Interdomain Routing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AEBB3-DDBA-90EA-446D-EBAF61A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7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6649-06F3-4460-16B1-E59A525D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203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dirty="0"/>
              <a:t>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3A3775-B893-A4D3-E887-87224DE4F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3" y="1700808"/>
            <a:ext cx="9828582" cy="4548336"/>
          </a:xfrm>
        </p:spPr>
        <p:txBody>
          <a:bodyPr>
            <a:normAutofit/>
          </a:bodyPr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B7F0-FAD0-1A34-FDC1-5E3F881A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D850-8E54-66EB-261F-98C6024F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</a:p>
        </p:txBody>
      </p:sp>
    </p:spTree>
    <p:extLst>
      <p:ext uri="{BB962C8B-B14F-4D97-AF65-F5344CB8AC3E}">
        <p14:creationId xmlns:p14="http://schemas.microsoft.com/office/powerpoint/2010/main" val="329636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EA67-3E49-4E7D-7A98-16AF0A7A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34CA-3057-3B29-235C-391804E5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972598" cy="4267200"/>
          </a:xfrm>
        </p:spPr>
        <p:txBody>
          <a:bodyPr/>
          <a:lstStyle/>
          <a:p>
            <a:r>
              <a:rPr lang="en-IN" dirty="0"/>
              <a:t>Data Communication and Networking, Fifth Edition, BEHROUZ A. FOROUZAN</a:t>
            </a:r>
          </a:p>
          <a:p>
            <a:r>
              <a:rPr lang="en-IN" dirty="0"/>
              <a:t>Data Communication and Networking, Fourth Edition, BEHROUZAN A. FOROUZA</a:t>
            </a:r>
          </a:p>
          <a:p>
            <a:r>
              <a:rPr lang="en-IN" dirty="0"/>
              <a:t>https://www.geeksforgeeks.org/introduction-of-classful-ip-addressing/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B7138-204E-E4B0-95AD-9C0A1E5E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9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CB0E-E2D9-6205-4A43-3F8B6BE7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21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447610-DBBD-DB92-3D84-C72F837108B4}"/>
              </a:ext>
            </a:extLst>
          </p:cNvPr>
          <p:cNvSpPr/>
          <p:nvPr/>
        </p:nvSpPr>
        <p:spPr>
          <a:xfrm>
            <a:off x="3043046" y="2852936"/>
            <a:ext cx="610273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CE38C1-8290-85FE-30CB-97B4DF97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10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58446-4D58-3800-90DD-01829CC0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By: Mr. Chetan C. Kamani, Lecturer computer department, GP, Jamnagar</a:t>
            </a:r>
          </a:p>
        </p:txBody>
      </p:sp>
    </p:spTree>
    <p:extLst>
      <p:ext uri="{BB962C8B-B14F-4D97-AF65-F5344CB8AC3E}">
        <p14:creationId xmlns:p14="http://schemas.microsoft.com/office/powerpoint/2010/main" val="218193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824</TotalTime>
  <Words>656</Words>
  <Application>Microsoft Office PowerPoint</Application>
  <PresentationFormat>Custom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Corbel</vt:lpstr>
      <vt:lpstr>Chalkboard 16x9</vt:lpstr>
      <vt:lpstr>Advanced Computer Network  (4350706)  Unit-3 Unicast Routing</vt:lpstr>
      <vt:lpstr>Topics to be discussed</vt:lpstr>
      <vt:lpstr>Introduction</vt:lpstr>
      <vt:lpstr>Introduction</vt:lpstr>
      <vt:lpstr>Optimization</vt:lpstr>
      <vt:lpstr>Optimization</vt:lpstr>
      <vt:lpstr>Intra- and Interdomain Routing</vt:lpstr>
      <vt:lpstr>Questions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Network  (4350706)  Unit-1 Network Layer Protocols</dc:title>
  <dc:creator>CHETANKUMAR KAMANI</dc:creator>
  <cp:lastModifiedBy>CHETANKUMAR KAMANI</cp:lastModifiedBy>
  <cp:revision>18</cp:revision>
  <dcterms:created xsi:type="dcterms:W3CDTF">2023-08-27T07:27:45Z</dcterms:created>
  <dcterms:modified xsi:type="dcterms:W3CDTF">2023-09-29T07:19:00Z</dcterms:modified>
</cp:coreProperties>
</file>