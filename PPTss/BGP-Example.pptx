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EC28-0C80-0A72-CA60-5816AD06B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ECDAE-A2BB-433A-DA61-1FA92C7D6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08B9B-CD21-2578-8B22-B2FACBED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EFF6-7DD0-DEAA-4D9F-EBE0CE4D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25BA2-D6F9-183A-2911-D286A9DD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28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9032-D681-202D-3E6F-DB8E6537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6959-F8DD-5D20-4E7B-F5296CA34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8A658-BD52-F2BB-CF8F-88F5A4DF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635F3-921F-887D-91D9-CA1AD6E8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73C-983E-622D-56E4-2A68ECFB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5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877E-9CA0-E23C-1506-2F91107F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C93D0-BA29-035F-06EB-76EF8E82B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40EE0-1504-336F-16FC-A38125BB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365BA-1430-9F75-FFF3-C1872940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9E6A-3A2C-26C6-ECED-BAAB6776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20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057B8-9B05-8051-63D0-6541883A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6299-535C-83F4-5A25-96906E62E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53D03-7CB2-5945-1F4A-18D797789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E4151-8AAC-A4AC-2F30-0BCA493B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AF8C-9E76-5794-D123-2845A955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5C4F1-69A1-A103-A996-EEBA3BA4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5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AE09-6183-1E00-41EC-1C486049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398CD-9F41-DAC1-B341-45BD140F5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06B2F-5036-6357-63B9-3F99DD9C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FB08A-60C6-C1EF-B690-BC6D1AC6C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286B9-A8CA-83B5-25B4-3C5A297FD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5766E-274C-BDD6-0E00-4EB6BFEC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65DDB-1728-5175-310C-B04E1A69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F1519-CECB-5500-F966-5830E93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86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CC48-8077-6ABC-281D-AE954524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C5C6E-2E37-0083-AB6B-A5039B86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A847C-7825-ABE0-CD98-5C910C21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B6028-9B14-FD8D-0A5B-EBEB326E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91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47CCC-43AD-6287-9369-400EAF69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B6470-ADE5-DC8A-BFBF-160EBA8D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ABA54-E735-F43A-CEE7-D6B330D7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65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68D5-9C27-9FB3-5386-50A5547F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556B5-216A-F755-C93D-8C7F08BAE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F4EC5-0360-8B68-0CF4-71C9422F6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7D42B-6823-D716-AB64-D1B4C5AC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14C48-A8BB-8445-D26D-14CA9C3E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5E7B6-9CA7-F6C1-8434-D9ECF266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80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97D8-3FB4-C20E-28D2-16390668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31C99-12B5-8010-80E8-3B6F3008A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CFA73-1D4A-240D-F6D5-037A31F11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1BC92-9E3F-4F18-0959-B2233527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7492E-B2DD-D716-5C44-27CF3544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6D74-F6B7-56A1-D5A0-97AD5D3D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566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B198-5954-66F4-AD34-196C5D86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71D1F-EE77-A2E5-55D3-8514DEDD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2670A-3207-4DE9-70C0-B35556A0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9068A-73B8-513E-4BD1-0AA1221C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BAD1A-4DA8-E5EB-3241-3DC01C35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7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984181-6083-355A-E488-0EC521416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A226C-4F38-72BF-2BEF-74772AF5F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24F4E-36A0-D7DE-5CDD-599167EF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0DF69-A1B4-180F-BC23-EFB5E59C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23B87-9906-77A5-FBEF-E6139E39A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9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6B5F5-E596-FC04-6638-F7CFC0EE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31A43-820F-529F-E240-73F01F739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4C408-AB94-4E55-F670-2ABD0E709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7631D-85B1-4F55-92E9-2E11F7CEB3A2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70EA5-C8B4-79A2-646A-0093A67AC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DA27-CB00-AEFC-7BCB-0E65859DE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0D7E2-F806-40CE-9F0A-5A192B5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1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9D46D10-B464-D625-0836-BCCEF6424239}"/>
              </a:ext>
            </a:extLst>
          </p:cNvPr>
          <p:cNvSpPr/>
          <p:nvPr/>
        </p:nvSpPr>
        <p:spPr>
          <a:xfrm>
            <a:off x="3475070" y="947641"/>
            <a:ext cx="484608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17E6221-330D-1D5F-4C71-169347409177}"/>
              </a:ext>
            </a:extLst>
          </p:cNvPr>
          <p:cNvSpPr/>
          <p:nvPr/>
        </p:nvSpPr>
        <p:spPr>
          <a:xfrm>
            <a:off x="8855333" y="1029480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2B6917-59EF-2799-F5FC-B2D635D8C34F}"/>
              </a:ext>
            </a:extLst>
          </p:cNvPr>
          <p:cNvSpPr/>
          <p:nvPr/>
        </p:nvSpPr>
        <p:spPr>
          <a:xfrm>
            <a:off x="1000368" y="849088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41E730A4-C61A-9816-E412-213AF8C57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05" y="2530153"/>
            <a:ext cx="723900" cy="723900"/>
          </a:xfrm>
          <a:prstGeom prst="rect">
            <a:avLst/>
          </a:prstGeom>
        </p:spPr>
      </p:pic>
      <p:pic>
        <p:nvPicPr>
          <p:cNvPr id="6" name="Picture 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F5AB82BA-A19D-89B9-1823-B4F48A630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22" y="1281795"/>
            <a:ext cx="723900" cy="723900"/>
          </a:xfrm>
          <a:prstGeom prst="rect">
            <a:avLst/>
          </a:prstGeom>
        </p:spPr>
      </p:pic>
      <p:pic>
        <p:nvPicPr>
          <p:cNvPr id="7" name="Picture 6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444626B-B9D4-3585-4491-C2AE73BF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19" y="3911667"/>
            <a:ext cx="723900" cy="723900"/>
          </a:xfrm>
          <a:prstGeom prst="rect">
            <a:avLst/>
          </a:prstGeom>
        </p:spPr>
      </p:pic>
      <p:pic>
        <p:nvPicPr>
          <p:cNvPr id="8" name="Picture 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56983CB-AD3C-7ADF-4570-F4B42FC09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478" y="1281795"/>
            <a:ext cx="723900" cy="723900"/>
          </a:xfrm>
          <a:prstGeom prst="rect">
            <a:avLst/>
          </a:prstGeom>
        </p:spPr>
      </p:pic>
      <p:pic>
        <p:nvPicPr>
          <p:cNvPr id="9" name="Picture 8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C0BD362-D12E-1EA4-C2E2-1F415D1AF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294" y="3967067"/>
            <a:ext cx="723900" cy="723900"/>
          </a:xfrm>
          <a:prstGeom prst="rect">
            <a:avLst/>
          </a:prstGeom>
        </p:spPr>
      </p:pic>
      <p:pic>
        <p:nvPicPr>
          <p:cNvPr id="10" name="Picture 9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BB7266EE-6C6F-FFC3-D23D-A308407F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88" y="2546967"/>
            <a:ext cx="723900" cy="723900"/>
          </a:xfrm>
          <a:prstGeom prst="rect">
            <a:avLst/>
          </a:prstGeom>
        </p:spPr>
      </p:pic>
      <p:sp>
        <p:nvSpPr>
          <p:cNvPr id="12" name="Cube 11">
            <a:extLst>
              <a:ext uri="{FF2B5EF4-FFF2-40B4-BE49-F238E27FC236}">
                <a16:creationId xmlns:a16="http://schemas.microsoft.com/office/drawing/2014/main" id="{9AD53A1A-86B4-9D74-FC73-90F53B743B16}"/>
              </a:ext>
            </a:extLst>
          </p:cNvPr>
          <p:cNvSpPr/>
          <p:nvPr/>
        </p:nvSpPr>
        <p:spPr>
          <a:xfrm>
            <a:off x="1636405" y="1377044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N7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5183F42A-8F94-3B8B-CB43-642CB7F31F70}"/>
              </a:ext>
            </a:extLst>
          </p:cNvPr>
          <p:cNvSpPr/>
          <p:nvPr/>
        </p:nvSpPr>
        <p:spPr>
          <a:xfrm>
            <a:off x="1504221" y="3908751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N8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8C2D5FE1-2189-9A8C-F8C8-01177E9FC27B}"/>
              </a:ext>
            </a:extLst>
          </p:cNvPr>
          <p:cNvSpPr/>
          <p:nvPr/>
        </p:nvSpPr>
        <p:spPr>
          <a:xfrm>
            <a:off x="4069119" y="2589149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N2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47AF12EA-71D3-B3E0-B1F1-3BA66514064A}"/>
              </a:ext>
            </a:extLst>
          </p:cNvPr>
          <p:cNvSpPr/>
          <p:nvPr/>
        </p:nvSpPr>
        <p:spPr>
          <a:xfrm>
            <a:off x="7135294" y="2711127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N4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631D62D9-4AC7-7CFC-4064-F854BC470661}"/>
              </a:ext>
            </a:extLst>
          </p:cNvPr>
          <p:cNvSpPr/>
          <p:nvPr/>
        </p:nvSpPr>
        <p:spPr>
          <a:xfrm>
            <a:off x="9430916" y="1330003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N9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4A51102C-8733-FE8F-3E83-9C13EDA8DBE2}"/>
              </a:ext>
            </a:extLst>
          </p:cNvPr>
          <p:cNvSpPr/>
          <p:nvPr/>
        </p:nvSpPr>
        <p:spPr>
          <a:xfrm>
            <a:off x="9319338" y="3937324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N10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0F51D5-E93F-7BBD-7A36-CDF57FA7E22D}"/>
              </a:ext>
            </a:extLst>
          </p:cNvPr>
          <p:cNvCxnSpPr>
            <a:stCxn id="5" idx="0"/>
            <a:endCxn id="12" idx="3"/>
          </p:cNvCxnSpPr>
          <p:nvPr/>
        </p:nvCxnSpPr>
        <p:spPr>
          <a:xfrm flipH="1" flipV="1">
            <a:off x="1995634" y="1927551"/>
            <a:ext cx="2721" cy="602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2710EF-7C4C-CA59-1050-2601EAFB7FD0}"/>
              </a:ext>
            </a:extLst>
          </p:cNvPr>
          <p:cNvCxnSpPr>
            <a:stCxn id="5" idx="2"/>
            <a:endCxn id="15" idx="0"/>
          </p:cNvCxnSpPr>
          <p:nvPr/>
        </p:nvCxnSpPr>
        <p:spPr>
          <a:xfrm>
            <a:off x="1998355" y="3254053"/>
            <a:ext cx="2721" cy="6546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D7854D-D219-EDA8-44C1-1B1105223721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60305" y="1643745"/>
            <a:ext cx="1840317" cy="1248358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947DDA-5993-2447-6A9A-04E7FED6A471}"/>
              </a:ext>
            </a:extLst>
          </p:cNvPr>
          <p:cNvCxnSpPr>
            <a:stCxn id="6" idx="2"/>
            <a:endCxn id="16" idx="0"/>
          </p:cNvCxnSpPr>
          <p:nvPr/>
        </p:nvCxnSpPr>
        <p:spPr>
          <a:xfrm>
            <a:off x="4562572" y="2005695"/>
            <a:ext cx="3402" cy="583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AC6B55-FAF0-F898-BE65-03A68BCBD783}"/>
              </a:ext>
            </a:extLst>
          </p:cNvPr>
          <p:cNvCxnSpPr>
            <a:stCxn id="16" idx="3"/>
            <a:endCxn id="7" idx="0"/>
          </p:cNvCxnSpPr>
          <p:nvPr/>
        </p:nvCxnSpPr>
        <p:spPr>
          <a:xfrm>
            <a:off x="4428348" y="3139656"/>
            <a:ext cx="2721" cy="7720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85CC63-D1D0-2C31-7D71-9CAAD54B01CC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924522" y="1643745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9D4CC5-BD4E-C964-B151-672F26D4D224}"/>
              </a:ext>
            </a:extLst>
          </p:cNvPr>
          <p:cNvCxnSpPr/>
          <p:nvPr/>
        </p:nvCxnSpPr>
        <p:spPr>
          <a:xfrm>
            <a:off x="4793019" y="4273617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B8ABF5-E85E-05F0-A5EC-4DF856CFA78C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7629428" y="2005695"/>
            <a:ext cx="2721" cy="705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99C298-8032-8F16-82C6-101D0329A4C9}"/>
              </a:ext>
            </a:extLst>
          </p:cNvPr>
          <p:cNvCxnSpPr>
            <a:stCxn id="17" idx="3"/>
            <a:endCxn id="9" idx="0"/>
          </p:cNvCxnSpPr>
          <p:nvPr/>
        </p:nvCxnSpPr>
        <p:spPr>
          <a:xfrm>
            <a:off x="7494523" y="3261634"/>
            <a:ext cx="2721" cy="705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A072AB-F635-BE0B-5344-A00C6C571DF1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7991378" y="1643745"/>
            <a:ext cx="1461310" cy="126517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7F40CD3-94E4-69D1-7C6C-B8081FD04C29}"/>
              </a:ext>
            </a:extLst>
          </p:cNvPr>
          <p:cNvCxnSpPr>
            <a:stCxn id="18" idx="3"/>
            <a:endCxn id="10" idx="0"/>
          </p:cNvCxnSpPr>
          <p:nvPr/>
        </p:nvCxnSpPr>
        <p:spPr>
          <a:xfrm>
            <a:off x="9790145" y="1880510"/>
            <a:ext cx="24493" cy="666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447070-5799-E135-B481-A87EA93FBE98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>
            <a:off x="9814638" y="3270867"/>
            <a:ext cx="1555" cy="666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1BA90F0-FC20-50DC-25A1-6AD4FEF61EA6}"/>
              </a:ext>
            </a:extLst>
          </p:cNvPr>
          <p:cNvSpPr txBox="1"/>
          <p:nvPr/>
        </p:nvSpPr>
        <p:spPr>
          <a:xfrm>
            <a:off x="1746259" y="20476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25B203-C13A-8DE3-CD86-DDC6358C987E}"/>
              </a:ext>
            </a:extLst>
          </p:cNvPr>
          <p:cNvSpPr txBox="1"/>
          <p:nvPr/>
        </p:nvSpPr>
        <p:spPr>
          <a:xfrm>
            <a:off x="5675866" y="20457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D17DFF-8C45-530A-81A2-40456E52F243}"/>
              </a:ext>
            </a:extLst>
          </p:cNvPr>
          <p:cNvSpPr txBox="1"/>
          <p:nvPr/>
        </p:nvSpPr>
        <p:spPr>
          <a:xfrm>
            <a:off x="9605474" y="194690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3BBFB6-5E60-AFD1-61D8-E7FDFAA68277}"/>
              </a:ext>
            </a:extLst>
          </p:cNvPr>
          <p:cNvSpPr txBox="1"/>
          <p:nvPr/>
        </p:nvSpPr>
        <p:spPr>
          <a:xfrm>
            <a:off x="2915720" y="431804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B9616B-A648-3ECE-32B9-13C0D73152AB}"/>
              </a:ext>
            </a:extLst>
          </p:cNvPr>
          <p:cNvSpPr txBox="1"/>
          <p:nvPr/>
        </p:nvSpPr>
        <p:spPr>
          <a:xfrm>
            <a:off x="2924357" y="124082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498F6-40D4-EEA4-0A37-302D4E97256C}"/>
              </a:ext>
            </a:extLst>
          </p:cNvPr>
          <p:cNvSpPr txBox="1"/>
          <p:nvPr/>
        </p:nvSpPr>
        <p:spPr>
          <a:xfrm>
            <a:off x="426293" y="22688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F105CC-95E1-0877-79CC-9CF6D1519C60}"/>
              </a:ext>
            </a:extLst>
          </p:cNvPr>
          <p:cNvSpPr txBox="1"/>
          <p:nvPr/>
        </p:nvSpPr>
        <p:spPr>
          <a:xfrm>
            <a:off x="5963803" y="199636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N6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AFB8975-F436-A35E-A7BB-352C3D971196}"/>
              </a:ext>
            </a:extLst>
          </p:cNvPr>
          <p:cNvCxnSpPr>
            <a:cxnSpLocks/>
          </p:cNvCxnSpPr>
          <p:nvPr/>
        </p:nvCxnSpPr>
        <p:spPr>
          <a:xfrm>
            <a:off x="8176876" y="6034770"/>
            <a:ext cx="690264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ube 71">
            <a:extLst>
              <a:ext uri="{FF2B5EF4-FFF2-40B4-BE49-F238E27FC236}">
                <a16:creationId xmlns:a16="http://schemas.microsoft.com/office/drawing/2014/main" id="{2A7CF641-0BAB-C293-7F00-A84FC276ECB4}"/>
              </a:ext>
            </a:extLst>
          </p:cNvPr>
          <p:cNvSpPr/>
          <p:nvPr/>
        </p:nvSpPr>
        <p:spPr>
          <a:xfrm>
            <a:off x="8217583" y="5403752"/>
            <a:ext cx="594972" cy="36933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3" name="Picture 72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34EDDC7-F836-324B-F759-713068FA6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73" y="6171226"/>
            <a:ext cx="478432" cy="47843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09CDEB8-82B4-9870-5511-602EAE9D459A}"/>
              </a:ext>
            </a:extLst>
          </p:cNvPr>
          <p:cNvSpPr txBox="1"/>
          <p:nvPr/>
        </p:nvSpPr>
        <p:spPr>
          <a:xfrm>
            <a:off x="6194361" y="54144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LAN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962F3C-3466-08BF-D637-D219157175B4}"/>
              </a:ext>
            </a:extLst>
          </p:cNvPr>
          <p:cNvSpPr txBox="1"/>
          <p:nvPr/>
        </p:nvSpPr>
        <p:spPr>
          <a:xfrm>
            <a:off x="6329628" y="619514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Router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6EFF76-D10A-C335-B8B0-E2F82A26C492}"/>
              </a:ext>
            </a:extLst>
          </p:cNvPr>
          <p:cNvSpPr txBox="1"/>
          <p:nvPr/>
        </p:nvSpPr>
        <p:spPr>
          <a:xfrm>
            <a:off x="6925815" y="58519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Point-to-point WAN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BF70B1-9494-175B-BB39-B819F5FEF59D}"/>
              </a:ext>
            </a:extLst>
          </p:cNvPr>
          <p:cNvSpPr txBox="1"/>
          <p:nvPr/>
        </p:nvSpPr>
        <p:spPr>
          <a:xfrm>
            <a:off x="-1582995" y="268674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F6BF2D-582D-0D8D-4D50-D14901557C84}"/>
              </a:ext>
            </a:extLst>
          </p:cNvPr>
          <p:cNvSpPr txBox="1"/>
          <p:nvPr/>
        </p:nvSpPr>
        <p:spPr>
          <a:xfrm>
            <a:off x="1448384" y="100993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61FB74-1315-A411-2053-DE10200A1625}"/>
              </a:ext>
            </a:extLst>
          </p:cNvPr>
          <p:cNvSpPr txBox="1"/>
          <p:nvPr/>
        </p:nvSpPr>
        <p:spPr>
          <a:xfrm>
            <a:off x="1442552" y="448609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5C0DC0-1F96-6E7C-5A91-0592A1B67847}"/>
              </a:ext>
            </a:extLst>
          </p:cNvPr>
          <p:cNvSpPr txBox="1"/>
          <p:nvPr/>
        </p:nvSpPr>
        <p:spPr>
          <a:xfrm>
            <a:off x="4600236" y="10309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ADC4A1-0DEB-C7C3-5AD1-C408ACABCAED}"/>
              </a:ext>
            </a:extLst>
          </p:cNvPr>
          <p:cNvSpPr txBox="1"/>
          <p:nvPr/>
        </p:nvSpPr>
        <p:spPr>
          <a:xfrm>
            <a:off x="4445746" y="459465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6E1282-A583-F1F3-BF15-59EF4A769451}"/>
              </a:ext>
            </a:extLst>
          </p:cNvPr>
          <p:cNvSpPr txBox="1"/>
          <p:nvPr/>
        </p:nvSpPr>
        <p:spPr>
          <a:xfrm>
            <a:off x="7341930" y="27338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237879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9D46D10-B464-D625-0836-BCCEF6424239}"/>
              </a:ext>
            </a:extLst>
          </p:cNvPr>
          <p:cNvSpPr/>
          <p:nvPr/>
        </p:nvSpPr>
        <p:spPr>
          <a:xfrm>
            <a:off x="3475070" y="947641"/>
            <a:ext cx="484608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17E6221-330D-1D5F-4C71-169347409177}"/>
              </a:ext>
            </a:extLst>
          </p:cNvPr>
          <p:cNvSpPr/>
          <p:nvPr/>
        </p:nvSpPr>
        <p:spPr>
          <a:xfrm>
            <a:off x="8855333" y="1029480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2B6917-59EF-2799-F5FC-B2D635D8C34F}"/>
              </a:ext>
            </a:extLst>
          </p:cNvPr>
          <p:cNvSpPr/>
          <p:nvPr/>
        </p:nvSpPr>
        <p:spPr>
          <a:xfrm>
            <a:off x="1000368" y="849088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41E730A4-C61A-9816-E412-213AF8C57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05" y="2530153"/>
            <a:ext cx="723900" cy="723900"/>
          </a:xfrm>
          <a:prstGeom prst="rect">
            <a:avLst/>
          </a:prstGeom>
        </p:spPr>
      </p:pic>
      <p:pic>
        <p:nvPicPr>
          <p:cNvPr id="6" name="Picture 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F5AB82BA-A19D-89B9-1823-B4F48A630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22" y="1281795"/>
            <a:ext cx="723900" cy="723900"/>
          </a:xfrm>
          <a:prstGeom prst="rect">
            <a:avLst/>
          </a:prstGeom>
        </p:spPr>
      </p:pic>
      <p:pic>
        <p:nvPicPr>
          <p:cNvPr id="7" name="Picture 6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444626B-B9D4-3585-4491-C2AE73BF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19" y="3911667"/>
            <a:ext cx="723900" cy="723900"/>
          </a:xfrm>
          <a:prstGeom prst="rect">
            <a:avLst/>
          </a:prstGeom>
        </p:spPr>
      </p:pic>
      <p:pic>
        <p:nvPicPr>
          <p:cNvPr id="8" name="Picture 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56983CB-AD3C-7ADF-4570-F4B42FC09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478" y="1281795"/>
            <a:ext cx="723900" cy="723900"/>
          </a:xfrm>
          <a:prstGeom prst="rect">
            <a:avLst/>
          </a:prstGeom>
        </p:spPr>
      </p:pic>
      <p:pic>
        <p:nvPicPr>
          <p:cNvPr id="9" name="Picture 8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C0BD362-D12E-1EA4-C2E2-1F415D1AF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294" y="3967067"/>
            <a:ext cx="723900" cy="723900"/>
          </a:xfrm>
          <a:prstGeom prst="rect">
            <a:avLst/>
          </a:prstGeom>
        </p:spPr>
      </p:pic>
      <p:pic>
        <p:nvPicPr>
          <p:cNvPr id="10" name="Picture 9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BB7266EE-6C6F-FFC3-D23D-A308407F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88" y="2546967"/>
            <a:ext cx="723900" cy="723900"/>
          </a:xfrm>
          <a:prstGeom prst="rect">
            <a:avLst/>
          </a:prstGeom>
        </p:spPr>
      </p:pic>
      <p:sp>
        <p:nvSpPr>
          <p:cNvPr id="12" name="Cube 11">
            <a:extLst>
              <a:ext uri="{FF2B5EF4-FFF2-40B4-BE49-F238E27FC236}">
                <a16:creationId xmlns:a16="http://schemas.microsoft.com/office/drawing/2014/main" id="{9AD53A1A-86B4-9D74-FC73-90F53B743B16}"/>
              </a:ext>
            </a:extLst>
          </p:cNvPr>
          <p:cNvSpPr/>
          <p:nvPr/>
        </p:nvSpPr>
        <p:spPr>
          <a:xfrm>
            <a:off x="1636405" y="1377044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N7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5183F42A-8F94-3B8B-CB43-642CB7F31F70}"/>
              </a:ext>
            </a:extLst>
          </p:cNvPr>
          <p:cNvSpPr/>
          <p:nvPr/>
        </p:nvSpPr>
        <p:spPr>
          <a:xfrm>
            <a:off x="1504221" y="3908751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N8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8C2D5FE1-2189-9A8C-F8C8-01177E9FC27B}"/>
              </a:ext>
            </a:extLst>
          </p:cNvPr>
          <p:cNvSpPr/>
          <p:nvPr/>
        </p:nvSpPr>
        <p:spPr>
          <a:xfrm>
            <a:off x="4069119" y="2589149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N2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47AF12EA-71D3-B3E0-B1F1-3BA66514064A}"/>
              </a:ext>
            </a:extLst>
          </p:cNvPr>
          <p:cNvSpPr/>
          <p:nvPr/>
        </p:nvSpPr>
        <p:spPr>
          <a:xfrm>
            <a:off x="7135294" y="2711127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N4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631D62D9-4AC7-7CFC-4064-F854BC470661}"/>
              </a:ext>
            </a:extLst>
          </p:cNvPr>
          <p:cNvSpPr/>
          <p:nvPr/>
        </p:nvSpPr>
        <p:spPr>
          <a:xfrm>
            <a:off x="9430916" y="1330003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N9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4A51102C-8733-FE8F-3E83-9C13EDA8DBE2}"/>
              </a:ext>
            </a:extLst>
          </p:cNvPr>
          <p:cNvSpPr/>
          <p:nvPr/>
        </p:nvSpPr>
        <p:spPr>
          <a:xfrm>
            <a:off x="9319338" y="3937324"/>
            <a:ext cx="856084" cy="550507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N10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0F51D5-E93F-7BBD-7A36-CDF57FA7E22D}"/>
              </a:ext>
            </a:extLst>
          </p:cNvPr>
          <p:cNvCxnSpPr>
            <a:stCxn id="5" idx="0"/>
            <a:endCxn id="12" idx="3"/>
          </p:cNvCxnSpPr>
          <p:nvPr/>
        </p:nvCxnSpPr>
        <p:spPr>
          <a:xfrm flipH="1" flipV="1">
            <a:off x="1995634" y="1927551"/>
            <a:ext cx="2721" cy="602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2710EF-7C4C-CA59-1050-2601EAFB7FD0}"/>
              </a:ext>
            </a:extLst>
          </p:cNvPr>
          <p:cNvCxnSpPr>
            <a:stCxn id="5" idx="2"/>
            <a:endCxn id="15" idx="0"/>
          </p:cNvCxnSpPr>
          <p:nvPr/>
        </p:nvCxnSpPr>
        <p:spPr>
          <a:xfrm>
            <a:off x="1998355" y="3254053"/>
            <a:ext cx="2721" cy="6546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D7854D-D219-EDA8-44C1-1B1105223721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60305" y="1643745"/>
            <a:ext cx="1840317" cy="124835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947DDA-5993-2447-6A9A-04E7FED6A471}"/>
              </a:ext>
            </a:extLst>
          </p:cNvPr>
          <p:cNvCxnSpPr>
            <a:stCxn id="6" idx="2"/>
            <a:endCxn id="16" idx="0"/>
          </p:cNvCxnSpPr>
          <p:nvPr/>
        </p:nvCxnSpPr>
        <p:spPr>
          <a:xfrm>
            <a:off x="4562572" y="2005695"/>
            <a:ext cx="3402" cy="583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AC6B55-FAF0-F898-BE65-03A68BCBD783}"/>
              </a:ext>
            </a:extLst>
          </p:cNvPr>
          <p:cNvCxnSpPr>
            <a:stCxn id="16" idx="3"/>
            <a:endCxn id="7" idx="0"/>
          </p:cNvCxnSpPr>
          <p:nvPr/>
        </p:nvCxnSpPr>
        <p:spPr>
          <a:xfrm>
            <a:off x="4428348" y="3139656"/>
            <a:ext cx="2721" cy="7720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85CC63-D1D0-2C31-7D71-9CAAD54B01CC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924522" y="1643745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9D4CC5-BD4E-C964-B151-672F26D4D224}"/>
              </a:ext>
            </a:extLst>
          </p:cNvPr>
          <p:cNvCxnSpPr>
            <a:cxnSpLocks/>
          </p:cNvCxnSpPr>
          <p:nvPr/>
        </p:nvCxnSpPr>
        <p:spPr>
          <a:xfrm>
            <a:off x="4793019" y="4273617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B8ABF5-E85E-05F0-A5EC-4DF856CFA78C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7629428" y="2005695"/>
            <a:ext cx="2721" cy="705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99C298-8032-8F16-82C6-101D0329A4C9}"/>
              </a:ext>
            </a:extLst>
          </p:cNvPr>
          <p:cNvCxnSpPr>
            <a:stCxn id="17" idx="3"/>
            <a:endCxn id="9" idx="0"/>
          </p:cNvCxnSpPr>
          <p:nvPr/>
        </p:nvCxnSpPr>
        <p:spPr>
          <a:xfrm>
            <a:off x="7494523" y="3261634"/>
            <a:ext cx="2721" cy="705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A072AB-F635-BE0B-5344-A00C6C571DF1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7991378" y="1643745"/>
            <a:ext cx="1461310" cy="126517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7F40CD3-94E4-69D1-7C6C-B8081FD04C29}"/>
              </a:ext>
            </a:extLst>
          </p:cNvPr>
          <p:cNvCxnSpPr>
            <a:stCxn id="18" idx="3"/>
            <a:endCxn id="10" idx="0"/>
          </p:cNvCxnSpPr>
          <p:nvPr/>
        </p:nvCxnSpPr>
        <p:spPr>
          <a:xfrm>
            <a:off x="9790145" y="1880510"/>
            <a:ext cx="24493" cy="666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447070-5799-E135-B481-A87EA93FBE98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>
            <a:off x="9814638" y="3270867"/>
            <a:ext cx="1555" cy="666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1BA90F0-FC20-50DC-25A1-6AD4FEF61EA6}"/>
              </a:ext>
            </a:extLst>
          </p:cNvPr>
          <p:cNvSpPr txBox="1"/>
          <p:nvPr/>
        </p:nvSpPr>
        <p:spPr>
          <a:xfrm>
            <a:off x="1746259" y="20476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25B203-C13A-8DE3-CD86-DDC6358C987E}"/>
              </a:ext>
            </a:extLst>
          </p:cNvPr>
          <p:cNvSpPr txBox="1"/>
          <p:nvPr/>
        </p:nvSpPr>
        <p:spPr>
          <a:xfrm>
            <a:off x="5675866" y="20457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D17DFF-8C45-530A-81A2-40456E52F243}"/>
              </a:ext>
            </a:extLst>
          </p:cNvPr>
          <p:cNvSpPr txBox="1"/>
          <p:nvPr/>
        </p:nvSpPr>
        <p:spPr>
          <a:xfrm>
            <a:off x="9605474" y="194690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3BBFB6-5E60-AFD1-61D8-E7FDFAA68277}"/>
              </a:ext>
            </a:extLst>
          </p:cNvPr>
          <p:cNvSpPr txBox="1"/>
          <p:nvPr/>
        </p:nvSpPr>
        <p:spPr>
          <a:xfrm>
            <a:off x="2915720" y="431804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B9616B-A648-3ECE-32B9-13C0D73152AB}"/>
              </a:ext>
            </a:extLst>
          </p:cNvPr>
          <p:cNvSpPr txBox="1"/>
          <p:nvPr/>
        </p:nvSpPr>
        <p:spPr>
          <a:xfrm>
            <a:off x="2924357" y="124082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498F6-40D4-EEA4-0A37-302D4E97256C}"/>
              </a:ext>
            </a:extLst>
          </p:cNvPr>
          <p:cNvSpPr txBox="1"/>
          <p:nvPr/>
        </p:nvSpPr>
        <p:spPr>
          <a:xfrm>
            <a:off x="426293" y="22688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F105CC-95E1-0877-79CC-9CF6D1519C60}"/>
              </a:ext>
            </a:extLst>
          </p:cNvPr>
          <p:cNvSpPr txBox="1"/>
          <p:nvPr/>
        </p:nvSpPr>
        <p:spPr>
          <a:xfrm>
            <a:off x="5963803" y="199636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N6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AFB8975-F436-A35E-A7BB-352C3D971196}"/>
              </a:ext>
            </a:extLst>
          </p:cNvPr>
          <p:cNvCxnSpPr>
            <a:cxnSpLocks/>
          </p:cNvCxnSpPr>
          <p:nvPr/>
        </p:nvCxnSpPr>
        <p:spPr>
          <a:xfrm>
            <a:off x="8176876" y="6034770"/>
            <a:ext cx="690264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ube 71">
            <a:extLst>
              <a:ext uri="{FF2B5EF4-FFF2-40B4-BE49-F238E27FC236}">
                <a16:creationId xmlns:a16="http://schemas.microsoft.com/office/drawing/2014/main" id="{2A7CF641-0BAB-C293-7F00-A84FC276ECB4}"/>
              </a:ext>
            </a:extLst>
          </p:cNvPr>
          <p:cNvSpPr/>
          <p:nvPr/>
        </p:nvSpPr>
        <p:spPr>
          <a:xfrm>
            <a:off x="8217583" y="5403752"/>
            <a:ext cx="594972" cy="36933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3" name="Picture 72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34EDDC7-F836-324B-F759-713068FA6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73" y="6361726"/>
            <a:ext cx="478432" cy="47843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09CDEB8-82B4-9870-5511-602EAE9D459A}"/>
              </a:ext>
            </a:extLst>
          </p:cNvPr>
          <p:cNvSpPr txBox="1"/>
          <p:nvPr/>
        </p:nvSpPr>
        <p:spPr>
          <a:xfrm>
            <a:off x="6194361" y="54144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LAN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962F3C-3466-08BF-D637-D219157175B4}"/>
              </a:ext>
            </a:extLst>
          </p:cNvPr>
          <p:cNvSpPr txBox="1"/>
          <p:nvPr/>
        </p:nvSpPr>
        <p:spPr>
          <a:xfrm>
            <a:off x="6382139" y="643424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Router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6EFF76-D10A-C335-B8B0-E2F82A26C492}"/>
              </a:ext>
            </a:extLst>
          </p:cNvPr>
          <p:cNvSpPr txBox="1"/>
          <p:nvPr/>
        </p:nvSpPr>
        <p:spPr>
          <a:xfrm>
            <a:off x="6925815" y="58519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Point-to-point WAN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9B229-D186-8F88-1874-CA9694AADD13}"/>
              </a:ext>
            </a:extLst>
          </p:cNvPr>
          <p:cNvSpPr txBox="1"/>
          <p:nvPr/>
        </p:nvSpPr>
        <p:spPr>
          <a:xfrm>
            <a:off x="6642702" y="61082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eBGP Session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B87D46-136C-1815-E2C6-E8A02B32631C}"/>
              </a:ext>
            </a:extLst>
          </p:cNvPr>
          <p:cNvCxnSpPr>
            <a:cxnSpLocks/>
          </p:cNvCxnSpPr>
          <p:nvPr/>
        </p:nvCxnSpPr>
        <p:spPr>
          <a:xfrm>
            <a:off x="8176876" y="6292920"/>
            <a:ext cx="69026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85E4F5C-D6AE-5DF3-ED73-A10EDC8378D9}"/>
              </a:ext>
            </a:extLst>
          </p:cNvPr>
          <p:cNvSpPr/>
          <p:nvPr/>
        </p:nvSpPr>
        <p:spPr>
          <a:xfrm>
            <a:off x="2325979" y="2592903"/>
            <a:ext cx="436555" cy="4481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798AFF-0876-4682-D13A-786B949A7725}"/>
              </a:ext>
            </a:extLst>
          </p:cNvPr>
          <p:cNvSpPr/>
          <p:nvPr/>
        </p:nvSpPr>
        <p:spPr>
          <a:xfrm>
            <a:off x="3781634" y="1498729"/>
            <a:ext cx="436555" cy="4481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65615F-F9A0-7F51-7679-4D4435BB2A49}"/>
              </a:ext>
            </a:extLst>
          </p:cNvPr>
          <p:cNvSpPr/>
          <p:nvPr/>
        </p:nvSpPr>
        <p:spPr>
          <a:xfrm>
            <a:off x="7946416" y="1436846"/>
            <a:ext cx="436555" cy="4481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43C0BA-E56D-DD8A-AF5A-680FE8BA29BF}"/>
              </a:ext>
            </a:extLst>
          </p:cNvPr>
          <p:cNvSpPr/>
          <p:nvPr/>
        </p:nvSpPr>
        <p:spPr>
          <a:xfrm>
            <a:off x="9146504" y="2614479"/>
            <a:ext cx="436555" cy="4481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3BF57F-8C5F-AC51-5940-9E5A05DCB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158769"/>
              </p:ext>
            </p:extLst>
          </p:nvPr>
        </p:nvGraphicFramePr>
        <p:xfrm>
          <a:off x="804940" y="5477072"/>
          <a:ext cx="2519013" cy="10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56">
                  <a:extLst>
                    <a:ext uri="{9D8B030D-6E8A-4147-A177-3AD203B41FA5}">
                      <a16:colId xmlns:a16="http://schemas.microsoft.com/office/drawing/2014/main" val="418727770"/>
                    </a:ext>
                  </a:extLst>
                </a:gridCol>
                <a:gridCol w="642146">
                  <a:extLst>
                    <a:ext uri="{9D8B030D-6E8A-4147-A177-3AD203B41FA5}">
                      <a16:colId xmlns:a16="http://schemas.microsoft.com/office/drawing/2014/main" val="2724373253"/>
                    </a:ext>
                  </a:extLst>
                </a:gridCol>
                <a:gridCol w="616411">
                  <a:extLst>
                    <a:ext uri="{9D8B030D-6E8A-4147-A177-3AD203B41FA5}">
                      <a16:colId xmlns:a16="http://schemas.microsoft.com/office/drawing/2014/main" val="702615523"/>
                    </a:ext>
                  </a:extLst>
                </a:gridCol>
              </a:tblGrid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21196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N7, N8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199993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N2, N3, N4, N5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288841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C3FA70B-7537-78E7-208A-3F0C41763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57770"/>
              </p:ext>
            </p:extLst>
          </p:nvPr>
        </p:nvGraphicFramePr>
        <p:xfrm>
          <a:off x="4373081" y="5433586"/>
          <a:ext cx="2519013" cy="10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456">
                  <a:extLst>
                    <a:ext uri="{9D8B030D-6E8A-4147-A177-3AD203B41FA5}">
                      <a16:colId xmlns:a16="http://schemas.microsoft.com/office/drawing/2014/main" val="418727770"/>
                    </a:ext>
                  </a:extLst>
                </a:gridCol>
                <a:gridCol w="642146">
                  <a:extLst>
                    <a:ext uri="{9D8B030D-6E8A-4147-A177-3AD203B41FA5}">
                      <a16:colId xmlns:a16="http://schemas.microsoft.com/office/drawing/2014/main" val="2724373253"/>
                    </a:ext>
                  </a:extLst>
                </a:gridCol>
                <a:gridCol w="616411">
                  <a:extLst>
                    <a:ext uri="{9D8B030D-6E8A-4147-A177-3AD203B41FA5}">
                      <a16:colId xmlns:a16="http://schemas.microsoft.com/office/drawing/2014/main" val="702615523"/>
                    </a:ext>
                  </a:extLst>
                </a:gridCol>
              </a:tblGrid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221196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N2, N3,N4, 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199993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N9, N10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88841"/>
                  </a:ext>
                </a:extLst>
              </a:tr>
            </a:tbl>
          </a:graphicData>
        </a:graphic>
      </p:graphicFrame>
      <p:sp>
        <p:nvSpPr>
          <p:cNvPr id="34" name="Oval 33">
            <a:extLst>
              <a:ext uri="{FF2B5EF4-FFF2-40B4-BE49-F238E27FC236}">
                <a16:creationId xmlns:a16="http://schemas.microsoft.com/office/drawing/2014/main" id="{FA62299D-AC5C-A680-04AA-DF903979D140}"/>
              </a:ext>
            </a:extLst>
          </p:cNvPr>
          <p:cNvSpPr/>
          <p:nvPr/>
        </p:nvSpPr>
        <p:spPr>
          <a:xfrm>
            <a:off x="461281" y="5772660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E575AA-1386-3786-8FBC-D35BFAF653BD}"/>
              </a:ext>
            </a:extLst>
          </p:cNvPr>
          <p:cNvSpPr/>
          <p:nvPr/>
        </p:nvSpPr>
        <p:spPr>
          <a:xfrm>
            <a:off x="453804" y="6145695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719D6C9-E996-5004-1603-570521C65A3A}"/>
              </a:ext>
            </a:extLst>
          </p:cNvPr>
          <p:cNvSpPr/>
          <p:nvPr/>
        </p:nvSpPr>
        <p:spPr>
          <a:xfrm>
            <a:off x="4042842" y="5716941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DF178F0-E306-99F7-A01D-0CA667F3C109}"/>
              </a:ext>
            </a:extLst>
          </p:cNvPr>
          <p:cNvSpPr/>
          <p:nvPr/>
        </p:nvSpPr>
        <p:spPr>
          <a:xfrm>
            <a:off x="4054415" y="6118551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BF2D8C-3235-375E-BC79-B494BBBE623F}"/>
              </a:ext>
            </a:extLst>
          </p:cNvPr>
          <p:cNvSpPr txBox="1"/>
          <p:nvPr/>
        </p:nvSpPr>
        <p:spPr>
          <a:xfrm>
            <a:off x="-1582995" y="268674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62AA76-36C8-E113-EA18-68FF70D6732E}"/>
              </a:ext>
            </a:extLst>
          </p:cNvPr>
          <p:cNvSpPr txBox="1"/>
          <p:nvPr/>
        </p:nvSpPr>
        <p:spPr>
          <a:xfrm>
            <a:off x="1448384" y="100993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2E943F-7CC4-90A6-A0EF-72D3EA37A9FD}"/>
              </a:ext>
            </a:extLst>
          </p:cNvPr>
          <p:cNvSpPr txBox="1"/>
          <p:nvPr/>
        </p:nvSpPr>
        <p:spPr>
          <a:xfrm>
            <a:off x="1442552" y="448609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869E3C-E4F4-F884-4272-87B11E037F4C}"/>
              </a:ext>
            </a:extLst>
          </p:cNvPr>
          <p:cNvSpPr txBox="1"/>
          <p:nvPr/>
        </p:nvSpPr>
        <p:spPr>
          <a:xfrm>
            <a:off x="4600236" y="10309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DBD53E-E3BF-F7EB-E55E-F11079258BA7}"/>
              </a:ext>
            </a:extLst>
          </p:cNvPr>
          <p:cNvSpPr txBox="1"/>
          <p:nvPr/>
        </p:nvSpPr>
        <p:spPr>
          <a:xfrm>
            <a:off x="4445746" y="459465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22D158-272B-6B1D-B8CF-209DD24A11F7}"/>
              </a:ext>
            </a:extLst>
          </p:cNvPr>
          <p:cNvSpPr txBox="1"/>
          <p:nvPr/>
        </p:nvSpPr>
        <p:spPr>
          <a:xfrm>
            <a:off x="7341930" y="27338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225118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9D46D10-B464-D625-0836-BCCEF6424239}"/>
              </a:ext>
            </a:extLst>
          </p:cNvPr>
          <p:cNvSpPr/>
          <p:nvPr/>
        </p:nvSpPr>
        <p:spPr>
          <a:xfrm>
            <a:off x="3475070" y="947641"/>
            <a:ext cx="484608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17E6221-330D-1D5F-4C71-169347409177}"/>
              </a:ext>
            </a:extLst>
          </p:cNvPr>
          <p:cNvSpPr/>
          <p:nvPr/>
        </p:nvSpPr>
        <p:spPr>
          <a:xfrm>
            <a:off x="8855333" y="1029480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2B6917-59EF-2799-F5FC-B2D635D8C34F}"/>
              </a:ext>
            </a:extLst>
          </p:cNvPr>
          <p:cNvSpPr/>
          <p:nvPr/>
        </p:nvSpPr>
        <p:spPr>
          <a:xfrm>
            <a:off x="1000368" y="849088"/>
            <a:ext cx="1894115" cy="407747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41E730A4-C61A-9816-E412-213AF8C57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05" y="2530153"/>
            <a:ext cx="723900" cy="723900"/>
          </a:xfrm>
          <a:prstGeom prst="rect">
            <a:avLst/>
          </a:prstGeom>
        </p:spPr>
      </p:pic>
      <p:pic>
        <p:nvPicPr>
          <p:cNvPr id="6" name="Picture 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F5AB82BA-A19D-89B9-1823-B4F48A630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22" y="1281795"/>
            <a:ext cx="723900" cy="723900"/>
          </a:xfrm>
          <a:prstGeom prst="rect">
            <a:avLst/>
          </a:prstGeom>
        </p:spPr>
      </p:pic>
      <p:pic>
        <p:nvPicPr>
          <p:cNvPr id="7" name="Picture 6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444626B-B9D4-3585-4491-C2AE73BF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19" y="3911667"/>
            <a:ext cx="723900" cy="723900"/>
          </a:xfrm>
          <a:prstGeom prst="rect">
            <a:avLst/>
          </a:prstGeom>
        </p:spPr>
      </p:pic>
      <p:pic>
        <p:nvPicPr>
          <p:cNvPr id="8" name="Picture 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56983CB-AD3C-7ADF-4570-F4B42FC09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478" y="1281795"/>
            <a:ext cx="723900" cy="723900"/>
          </a:xfrm>
          <a:prstGeom prst="rect">
            <a:avLst/>
          </a:prstGeom>
        </p:spPr>
      </p:pic>
      <p:pic>
        <p:nvPicPr>
          <p:cNvPr id="9" name="Picture 8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8C0BD362-D12E-1EA4-C2E2-1F415D1AF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294" y="3967067"/>
            <a:ext cx="723900" cy="723900"/>
          </a:xfrm>
          <a:prstGeom prst="rect">
            <a:avLst/>
          </a:prstGeom>
        </p:spPr>
      </p:pic>
      <p:pic>
        <p:nvPicPr>
          <p:cNvPr id="10" name="Picture 9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BB7266EE-6C6F-FFC3-D23D-A308407F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88" y="2546967"/>
            <a:ext cx="723900" cy="72390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D7854D-D219-EDA8-44C1-1B1105223721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60305" y="1643745"/>
            <a:ext cx="1840317" cy="124835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85CC63-D1D0-2C31-7D71-9CAAD54B01CC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924522" y="1643745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9D4CC5-BD4E-C964-B151-672F26D4D224}"/>
              </a:ext>
            </a:extLst>
          </p:cNvPr>
          <p:cNvCxnSpPr>
            <a:cxnSpLocks/>
          </p:cNvCxnSpPr>
          <p:nvPr/>
        </p:nvCxnSpPr>
        <p:spPr>
          <a:xfrm>
            <a:off x="4793019" y="4273617"/>
            <a:ext cx="234295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A072AB-F635-BE0B-5344-A00C6C571DF1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7991378" y="1643745"/>
            <a:ext cx="1461310" cy="126517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1BA90F0-FC20-50DC-25A1-6AD4FEF61EA6}"/>
              </a:ext>
            </a:extLst>
          </p:cNvPr>
          <p:cNvSpPr txBox="1"/>
          <p:nvPr/>
        </p:nvSpPr>
        <p:spPr>
          <a:xfrm>
            <a:off x="1746259" y="20476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25B203-C13A-8DE3-CD86-DDC6358C987E}"/>
              </a:ext>
            </a:extLst>
          </p:cNvPr>
          <p:cNvSpPr txBox="1"/>
          <p:nvPr/>
        </p:nvSpPr>
        <p:spPr>
          <a:xfrm>
            <a:off x="5675866" y="204571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D17DFF-8C45-530A-81A2-40456E52F243}"/>
              </a:ext>
            </a:extLst>
          </p:cNvPr>
          <p:cNvSpPr txBox="1"/>
          <p:nvPr/>
        </p:nvSpPr>
        <p:spPr>
          <a:xfrm>
            <a:off x="9605474" y="194690"/>
            <a:ext cx="96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AS3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498F6-40D4-EEA4-0A37-302D4E97256C}"/>
              </a:ext>
            </a:extLst>
          </p:cNvPr>
          <p:cNvSpPr txBox="1"/>
          <p:nvPr/>
        </p:nvSpPr>
        <p:spPr>
          <a:xfrm>
            <a:off x="426293" y="22688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F105CC-95E1-0877-79CC-9CF6D1519C60}"/>
              </a:ext>
            </a:extLst>
          </p:cNvPr>
          <p:cNvSpPr txBox="1"/>
          <p:nvPr/>
        </p:nvSpPr>
        <p:spPr>
          <a:xfrm>
            <a:off x="5963803" y="199636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N6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AFB8975-F436-A35E-A7BB-352C3D971196}"/>
              </a:ext>
            </a:extLst>
          </p:cNvPr>
          <p:cNvCxnSpPr>
            <a:cxnSpLocks/>
          </p:cNvCxnSpPr>
          <p:nvPr/>
        </p:nvCxnSpPr>
        <p:spPr>
          <a:xfrm>
            <a:off x="8243551" y="5682345"/>
            <a:ext cx="690264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Picture 72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34EDDC7-F836-324B-F759-713068FA6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648" y="6009301"/>
            <a:ext cx="478432" cy="47843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3962F3C-3466-08BF-D637-D219157175B4}"/>
              </a:ext>
            </a:extLst>
          </p:cNvPr>
          <p:cNvSpPr txBox="1"/>
          <p:nvPr/>
        </p:nvSpPr>
        <p:spPr>
          <a:xfrm>
            <a:off x="6448814" y="608181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Router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6EFF76-D10A-C335-B8B0-E2F82A26C492}"/>
              </a:ext>
            </a:extLst>
          </p:cNvPr>
          <p:cNvSpPr txBox="1"/>
          <p:nvPr/>
        </p:nvSpPr>
        <p:spPr>
          <a:xfrm>
            <a:off x="6709377" y="548075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iBGP session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9B229-D186-8F88-1874-CA9694AADD13}"/>
              </a:ext>
            </a:extLst>
          </p:cNvPr>
          <p:cNvSpPr txBox="1"/>
          <p:nvPr/>
        </p:nvSpPr>
        <p:spPr>
          <a:xfrm>
            <a:off x="6709377" y="575582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eBGP Session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B87D46-136C-1815-E2C6-E8A02B32631C}"/>
              </a:ext>
            </a:extLst>
          </p:cNvPr>
          <p:cNvCxnSpPr>
            <a:cxnSpLocks/>
          </p:cNvCxnSpPr>
          <p:nvPr/>
        </p:nvCxnSpPr>
        <p:spPr>
          <a:xfrm>
            <a:off x="8243551" y="5940495"/>
            <a:ext cx="69026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3BF57F-8C5F-AC51-5940-9E5A05DCB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44216"/>
              </p:ext>
            </p:extLst>
          </p:nvPr>
        </p:nvGraphicFramePr>
        <p:xfrm>
          <a:off x="804940" y="5477072"/>
          <a:ext cx="2862185" cy="10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56">
                  <a:extLst>
                    <a:ext uri="{9D8B030D-6E8A-4147-A177-3AD203B41FA5}">
                      <a16:colId xmlns:a16="http://schemas.microsoft.com/office/drawing/2014/main" val="418727770"/>
                    </a:ext>
                  </a:extLst>
                </a:gridCol>
                <a:gridCol w="642146">
                  <a:extLst>
                    <a:ext uri="{9D8B030D-6E8A-4147-A177-3AD203B41FA5}">
                      <a16:colId xmlns:a16="http://schemas.microsoft.com/office/drawing/2014/main" val="2724373253"/>
                    </a:ext>
                  </a:extLst>
                </a:gridCol>
                <a:gridCol w="959583">
                  <a:extLst>
                    <a:ext uri="{9D8B030D-6E8A-4147-A177-3AD203B41FA5}">
                      <a16:colId xmlns:a16="http://schemas.microsoft.com/office/drawing/2014/main" val="702615523"/>
                    </a:ext>
                  </a:extLst>
                </a:gridCol>
              </a:tblGrid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21196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N8, N9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AS2, AS1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199993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N9, N10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AS2, AS3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288841"/>
                  </a:ext>
                </a:extLst>
              </a:tr>
            </a:tbl>
          </a:graphicData>
        </a:graphic>
      </p:graphicFrame>
      <p:sp>
        <p:nvSpPr>
          <p:cNvPr id="34" name="Oval 33">
            <a:extLst>
              <a:ext uri="{FF2B5EF4-FFF2-40B4-BE49-F238E27FC236}">
                <a16:creationId xmlns:a16="http://schemas.microsoft.com/office/drawing/2014/main" id="{FA62299D-AC5C-A680-04AA-DF903979D140}"/>
              </a:ext>
            </a:extLst>
          </p:cNvPr>
          <p:cNvSpPr/>
          <p:nvPr/>
        </p:nvSpPr>
        <p:spPr>
          <a:xfrm>
            <a:off x="461281" y="5772660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E575AA-1386-3786-8FBC-D35BFAF653BD}"/>
              </a:ext>
            </a:extLst>
          </p:cNvPr>
          <p:cNvSpPr/>
          <p:nvPr/>
        </p:nvSpPr>
        <p:spPr>
          <a:xfrm>
            <a:off x="453804" y="6145695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FEC2C6-AD5D-F00F-1810-8C43F417E432}"/>
              </a:ext>
            </a:extLst>
          </p:cNvPr>
          <p:cNvCxnSpPr>
            <a:endCxn id="7" idx="0"/>
          </p:cNvCxnSpPr>
          <p:nvPr/>
        </p:nvCxnSpPr>
        <p:spPr>
          <a:xfrm flipH="1">
            <a:off x="4431069" y="2005695"/>
            <a:ext cx="121881" cy="190597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F1AC54-56DA-FE6E-F0A6-1EBBFF805C8E}"/>
              </a:ext>
            </a:extLst>
          </p:cNvPr>
          <p:cNvCxnSpPr/>
          <p:nvPr/>
        </p:nvCxnSpPr>
        <p:spPr>
          <a:xfrm flipH="1">
            <a:off x="7496175" y="2005695"/>
            <a:ext cx="114300" cy="196137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B5D3EF-312E-CC7D-8CA0-635D3946BD49}"/>
              </a:ext>
            </a:extLst>
          </p:cNvPr>
          <p:cNvCxnSpPr/>
          <p:nvPr/>
        </p:nvCxnSpPr>
        <p:spPr>
          <a:xfrm>
            <a:off x="4793019" y="1800225"/>
            <a:ext cx="2474459" cy="2314575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1F18945-32BD-690A-962F-D55CCAF4D183}"/>
              </a:ext>
            </a:extLst>
          </p:cNvPr>
          <p:cNvCxnSpPr/>
          <p:nvPr/>
        </p:nvCxnSpPr>
        <p:spPr>
          <a:xfrm flipH="1">
            <a:off x="4695826" y="1885008"/>
            <a:ext cx="2703157" cy="218216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8FA64C1-F8A2-C7D2-02D7-65BB0DF8FA90}"/>
              </a:ext>
            </a:extLst>
          </p:cNvPr>
          <p:cNvSpPr/>
          <p:nvPr/>
        </p:nvSpPr>
        <p:spPr>
          <a:xfrm>
            <a:off x="4953111" y="1403293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8390F8-9383-92B6-7BF1-1C8424A24664}"/>
              </a:ext>
            </a:extLst>
          </p:cNvPr>
          <p:cNvSpPr/>
          <p:nvPr/>
        </p:nvSpPr>
        <p:spPr>
          <a:xfrm>
            <a:off x="4809537" y="1830757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DFDAF4C-64E5-AD46-1D68-57575EB2D551}"/>
              </a:ext>
            </a:extLst>
          </p:cNvPr>
          <p:cNvSpPr/>
          <p:nvPr/>
        </p:nvSpPr>
        <p:spPr>
          <a:xfrm>
            <a:off x="4380448" y="1983990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04EFED1-1E22-4754-52CD-6AC3E861FF54}"/>
              </a:ext>
            </a:extLst>
          </p:cNvPr>
          <p:cNvSpPr/>
          <p:nvPr/>
        </p:nvSpPr>
        <p:spPr>
          <a:xfrm>
            <a:off x="6914889" y="1451041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72E216E-9BC0-477C-4AB4-DD69B9335956}"/>
              </a:ext>
            </a:extLst>
          </p:cNvPr>
          <p:cNvSpPr/>
          <p:nvPr/>
        </p:nvSpPr>
        <p:spPr>
          <a:xfrm>
            <a:off x="7076889" y="1858692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4146D9-B3E8-820D-1DFD-CC014EFEE1AE}"/>
              </a:ext>
            </a:extLst>
          </p:cNvPr>
          <p:cNvSpPr/>
          <p:nvPr/>
        </p:nvSpPr>
        <p:spPr>
          <a:xfrm>
            <a:off x="7457200" y="1953865"/>
            <a:ext cx="324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EE51D0-3EA9-1C38-D7D7-793396AB0718}"/>
              </a:ext>
            </a:extLst>
          </p:cNvPr>
          <p:cNvSpPr txBox="1"/>
          <p:nvPr/>
        </p:nvSpPr>
        <p:spPr>
          <a:xfrm>
            <a:off x="-1582995" y="268674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69E37A-DFC0-BFC9-B8D2-DBD4DD4A73D9}"/>
              </a:ext>
            </a:extLst>
          </p:cNvPr>
          <p:cNvSpPr txBox="1"/>
          <p:nvPr/>
        </p:nvSpPr>
        <p:spPr>
          <a:xfrm>
            <a:off x="1448384" y="100993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35DD89-186B-5009-E698-5C124C9D1103}"/>
              </a:ext>
            </a:extLst>
          </p:cNvPr>
          <p:cNvSpPr txBox="1"/>
          <p:nvPr/>
        </p:nvSpPr>
        <p:spPr>
          <a:xfrm>
            <a:off x="1442552" y="448609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4F3892-341A-6EC0-B889-674DD54BC3BD}"/>
              </a:ext>
            </a:extLst>
          </p:cNvPr>
          <p:cNvSpPr txBox="1"/>
          <p:nvPr/>
        </p:nvSpPr>
        <p:spPr>
          <a:xfrm>
            <a:off x="4600236" y="10309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82E90E-97E9-2EE5-EC6D-7620C568E1E5}"/>
              </a:ext>
            </a:extLst>
          </p:cNvPr>
          <p:cNvSpPr txBox="1"/>
          <p:nvPr/>
        </p:nvSpPr>
        <p:spPr>
          <a:xfrm>
            <a:off x="4445746" y="459465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FA7068-8D45-CDEB-E9BF-0E41574361D4}"/>
              </a:ext>
            </a:extLst>
          </p:cNvPr>
          <p:cNvSpPr txBox="1"/>
          <p:nvPr/>
        </p:nvSpPr>
        <p:spPr>
          <a:xfrm>
            <a:off x="7341930" y="27338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337281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BCF105CC-95E1-0877-79CC-9CF6D1519C60}"/>
              </a:ext>
            </a:extLst>
          </p:cNvPr>
          <p:cNvSpPr txBox="1"/>
          <p:nvPr/>
        </p:nvSpPr>
        <p:spPr>
          <a:xfrm>
            <a:off x="5963803" y="199636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N6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962F3C-3466-08BF-D637-D219157175B4}"/>
              </a:ext>
            </a:extLst>
          </p:cNvPr>
          <p:cNvSpPr txBox="1"/>
          <p:nvPr/>
        </p:nvSpPr>
        <p:spPr>
          <a:xfrm>
            <a:off x="6448814" y="608181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Router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6EFF76-D10A-C335-B8B0-E2F82A26C492}"/>
              </a:ext>
            </a:extLst>
          </p:cNvPr>
          <p:cNvSpPr txBox="1"/>
          <p:nvPr/>
        </p:nvSpPr>
        <p:spPr>
          <a:xfrm>
            <a:off x="6709377" y="548075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iBGP session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9B229-D186-8F88-1874-CA9694AADD13}"/>
              </a:ext>
            </a:extLst>
          </p:cNvPr>
          <p:cNvSpPr txBox="1"/>
          <p:nvPr/>
        </p:nvSpPr>
        <p:spPr>
          <a:xfrm>
            <a:off x="6709377" y="575582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eBGP Session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3BF57F-8C5F-AC51-5940-9E5A05DCBDCD}"/>
              </a:ext>
            </a:extLst>
          </p:cNvPr>
          <p:cNvGraphicFramePr>
            <a:graphicFrameLocks noGrp="1"/>
          </p:cNvGraphicFramePr>
          <p:nvPr/>
        </p:nvGraphicFramePr>
        <p:xfrm>
          <a:off x="804940" y="5477072"/>
          <a:ext cx="2862185" cy="10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56">
                  <a:extLst>
                    <a:ext uri="{9D8B030D-6E8A-4147-A177-3AD203B41FA5}">
                      <a16:colId xmlns:a16="http://schemas.microsoft.com/office/drawing/2014/main" val="418727770"/>
                    </a:ext>
                  </a:extLst>
                </a:gridCol>
                <a:gridCol w="642146">
                  <a:extLst>
                    <a:ext uri="{9D8B030D-6E8A-4147-A177-3AD203B41FA5}">
                      <a16:colId xmlns:a16="http://schemas.microsoft.com/office/drawing/2014/main" val="2724373253"/>
                    </a:ext>
                  </a:extLst>
                </a:gridCol>
                <a:gridCol w="959583">
                  <a:extLst>
                    <a:ext uri="{9D8B030D-6E8A-4147-A177-3AD203B41FA5}">
                      <a16:colId xmlns:a16="http://schemas.microsoft.com/office/drawing/2014/main" val="702615523"/>
                    </a:ext>
                  </a:extLst>
                </a:gridCol>
              </a:tblGrid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21196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N8, N9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AS2, AS1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199993"/>
                  </a:ext>
                </a:extLst>
              </a:tr>
              <a:tr h="348000">
                <a:tc>
                  <a:txBody>
                    <a:bodyPr/>
                    <a:lstStyle/>
                    <a:p>
                      <a:r>
                        <a:rPr lang="en-IN" sz="1400" dirty="0"/>
                        <a:t>N9, N10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AS2, AS3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288841"/>
                  </a:ext>
                </a:extLst>
              </a:tr>
            </a:tbl>
          </a:graphicData>
        </a:graphic>
      </p:graphicFrame>
      <p:sp>
        <p:nvSpPr>
          <p:cNvPr id="34" name="Oval 33">
            <a:extLst>
              <a:ext uri="{FF2B5EF4-FFF2-40B4-BE49-F238E27FC236}">
                <a16:creationId xmlns:a16="http://schemas.microsoft.com/office/drawing/2014/main" id="{FA62299D-AC5C-A680-04AA-DF903979D140}"/>
              </a:ext>
            </a:extLst>
          </p:cNvPr>
          <p:cNvSpPr/>
          <p:nvPr/>
        </p:nvSpPr>
        <p:spPr>
          <a:xfrm>
            <a:off x="461281" y="5772660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E575AA-1386-3786-8FBC-D35BFAF653BD}"/>
              </a:ext>
            </a:extLst>
          </p:cNvPr>
          <p:cNvSpPr/>
          <p:nvPr/>
        </p:nvSpPr>
        <p:spPr>
          <a:xfrm>
            <a:off x="453804" y="6145695"/>
            <a:ext cx="298365" cy="3277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FA7068-8D45-CDEB-E9BF-0E41574361D4}"/>
              </a:ext>
            </a:extLst>
          </p:cNvPr>
          <p:cNvSpPr txBox="1"/>
          <p:nvPr/>
        </p:nvSpPr>
        <p:spPr>
          <a:xfrm>
            <a:off x="7341930" y="27338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331832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BDD5C6-8D62-1362-47BE-EFF6631C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03961"/>
              </p:ext>
            </p:extLst>
          </p:nvPr>
        </p:nvGraphicFramePr>
        <p:xfrm>
          <a:off x="298450" y="862541"/>
          <a:ext cx="34448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N2,N3,N4,N5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AS1, AS2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N9,N10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AS1, AS2, AS3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6F2987-E549-A9E2-F257-36FC17A5C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576693"/>
              </p:ext>
            </p:extLst>
          </p:nvPr>
        </p:nvGraphicFramePr>
        <p:xfrm>
          <a:off x="4203700" y="862541"/>
          <a:ext cx="34448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N7,N8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AS2,AS1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N9,N10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 AS3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2B87F8-C183-A166-6738-F7F8104AB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391908"/>
              </p:ext>
            </p:extLst>
          </p:nvPr>
        </p:nvGraphicFramePr>
        <p:xfrm>
          <a:off x="8108950" y="862541"/>
          <a:ext cx="34448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N7,N8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AS2,AS1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N9,N10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 AS3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F7C556-6259-B49D-A16A-94660F1E2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63060"/>
              </p:ext>
            </p:extLst>
          </p:nvPr>
        </p:nvGraphicFramePr>
        <p:xfrm>
          <a:off x="298449" y="3237020"/>
          <a:ext cx="34448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N7,N8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AS2,AS1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N9,N10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 AS3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354BDB-41E9-24CE-8366-C171D453F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861675"/>
              </p:ext>
            </p:extLst>
          </p:nvPr>
        </p:nvGraphicFramePr>
        <p:xfrm>
          <a:off x="4279899" y="3237020"/>
          <a:ext cx="34448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R5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N7,N8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AS2,AS1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N9,N10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 AS3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C1C77C-AF19-D2ED-1488-ACE7D8C99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484568"/>
              </p:ext>
            </p:extLst>
          </p:nvPr>
        </p:nvGraphicFramePr>
        <p:xfrm>
          <a:off x="8261349" y="3237020"/>
          <a:ext cx="3568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1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R6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N2, N3,N4,N5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AS3,AS2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N7,N18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AS2, AS3,AS1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88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BDD5C6-8D62-1362-47BE-EFF6631C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37235"/>
              </p:ext>
            </p:extLst>
          </p:nvPr>
        </p:nvGraphicFramePr>
        <p:xfrm>
          <a:off x="298450" y="614891"/>
          <a:ext cx="34448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19434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6F2987-E549-A9E2-F257-36FC17A5C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833525"/>
              </p:ext>
            </p:extLst>
          </p:nvPr>
        </p:nvGraphicFramePr>
        <p:xfrm>
          <a:off x="4203700" y="614891"/>
          <a:ext cx="344487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9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0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4864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C1C77C-AF19-D2ED-1488-ACE7D8C99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237128"/>
              </p:ext>
            </p:extLst>
          </p:nvPr>
        </p:nvGraphicFramePr>
        <p:xfrm>
          <a:off x="8223249" y="4037120"/>
          <a:ext cx="35687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1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R6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396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50B614-0454-77E0-3BC6-246CFABAB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709007"/>
              </p:ext>
            </p:extLst>
          </p:nvPr>
        </p:nvGraphicFramePr>
        <p:xfrm>
          <a:off x="8108950" y="614891"/>
          <a:ext cx="344487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9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0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4864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4A0F24-2886-2AED-F8D3-574913006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43908"/>
              </p:ext>
            </p:extLst>
          </p:nvPr>
        </p:nvGraphicFramePr>
        <p:xfrm>
          <a:off x="298450" y="3181350"/>
          <a:ext cx="344487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9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0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4864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ADC95F9-C354-6D11-E708-016FF0623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65503"/>
              </p:ext>
            </p:extLst>
          </p:nvPr>
        </p:nvGraphicFramePr>
        <p:xfrm>
          <a:off x="4203699" y="3695275"/>
          <a:ext cx="344487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094563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86000845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7459002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ROUTER R5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3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2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2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9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0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48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31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403</Words>
  <Application>Microsoft Office PowerPoint</Application>
  <PresentationFormat>Widescreen</PresentationFormat>
  <Paragraphs>292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CHETANKUMAR KAMANI</dc:creator>
  <cp:lastModifiedBy>CHETANKUMAR KAMANI</cp:lastModifiedBy>
  <cp:revision>1</cp:revision>
  <dcterms:created xsi:type="dcterms:W3CDTF">2023-11-21T04:59:06Z</dcterms:created>
  <dcterms:modified xsi:type="dcterms:W3CDTF">2023-11-21T08:50:41Z</dcterms:modified>
</cp:coreProperties>
</file>